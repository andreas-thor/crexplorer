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030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1176" y="-122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2:06.092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D9B476C6-C7FB-4652-B089-5CDC03865C51}" emma:medium="tactile" emma:mode="ink">
          <msink:context xmlns:msink="http://schemas.microsoft.com/ink/2010/main" type="writingRegion" rotatedBoundingBox="11197,5125 11275,6027 10809,6067 10732,5165"/>
        </emma:interpretation>
      </emma:emma>
    </inkml:annotationXML>
    <inkml:traceGroup>
      <inkml:annotationXML>
        <emma:emma xmlns:emma="http://www.w3.org/2003/04/emma" version="1.0">
          <emma:interpretation id="{F36EFAA3-6A5A-40E1-95DF-D604A3998733}" emma:medium="tactile" emma:mode="ink">
            <msink:context xmlns:msink="http://schemas.microsoft.com/ink/2010/main" type="paragraph" rotatedBoundingBox="11197,5125 11275,6027 10809,6067 10732,5165" alignmentLevel="1"/>
          </emma:interpretation>
        </emma:emma>
      </inkml:annotationXML>
      <inkml:traceGroup>
        <inkml:annotationXML>
          <emma:emma xmlns:emma="http://www.w3.org/2003/04/emma" version="1.0">
            <emma:interpretation id="{85D0569E-67A8-4514-A517-3627F235A961}" emma:medium="tactile" emma:mode="ink">
              <msink:context xmlns:msink="http://schemas.microsoft.com/ink/2010/main" type="line" rotatedBoundingBox="11197,5125 11275,6027 10809,6067 10732,5165"/>
            </emma:interpretation>
          </emma:emma>
        </inkml:annotationXML>
        <inkml:traceGroup>
          <inkml:annotationXML>
            <emma:emma xmlns:emma="http://www.w3.org/2003/04/emma" version="1.0">
              <emma:interpretation id="{2CEB33B4-97C2-4C64-B31D-D1F749EFA561}" emma:medium="tactile" emma:mode="ink">
                <msink:context xmlns:msink="http://schemas.microsoft.com/ink/2010/main" type="inkWord" rotatedBoundingBox="11171,5127 11201,5473 10823,5506 10793,5160"/>
              </emma:interpretation>
            </emma:emma>
          </inkml:annotationXML>
          <inkml:trace contextRef="#ctx0" brushRef="#br0">6217 14 0,'0'14'109,"-13"-1"-93,13 0-16,0 0 15,0 1-15,0-1 0,0 0 16,0 0-16,0 1 0,0-1 16,0 0-16,0 0 15,0 0-15,13-13 0,-13 14 16,14-14-16,-1 0 15,0 0-15,0 0 16,-13-14-16,13 14 16,-13-13-16,14 13 0,-14-13 0,13 13 15,-13-13-15,13 0 16,-13-1 0,0 28 15,-13-14-16,13 13-15,0 0 16,-13 0-16,13 0 16,0 1-16,-14-1 0,14 0 15,0 0-15,0 1 0,-13-14 16,13 13-16,0 0 0,0 0 16,0 1-16,0-1 15,13-13 16,1 0-15,-1-13-16</inkml:trace>
          <inkml:trace contextRef="#ctx0" brushRef="#br0" timeOffset="511.28">6416 266 0,'66'-80'47,"-53"67"-32,0 0-15,-13 0 0,14 13 0,-14-13 16,13-1-16,-13 1 0,13 13 15,-13-13-15,13 0 0,-13-1 16,13 14-16,-13-13 0,0 26 63,0 1-63,0-1 15,0 0-15,0 0 0,-13-13 16,13 14-16,0-1 0,0 0 0,0 13 15,0-12-15,0-1 0,0 0 16,0 0-16,0 1 0,0-1 16,0 0-16,0 0 0,0 1 15,0-1 1,0 0-16,13-13 31,-13-13 0,0 0 1</inkml:trace>
        </inkml:traceGroup>
        <inkml:traceGroup>
          <inkml:annotationXML>
            <emma:emma xmlns:emma="http://www.w3.org/2003/04/emma" version="1.0">
              <emma:interpretation id="{04B08DC1-6A4F-4578-AD96-CD8AEA2F77B2}" emma:medium="tactile" emma:mode="ink">
                <msink:context xmlns:msink="http://schemas.microsoft.com/ink/2010/main" type="inkWord" rotatedBoundingBox="11251,5758 11275,6027 10809,6067 10786,5798"/>
              </emma:interpretation>
              <emma:one-of disjunction-type="recognition" id="oneOf0">
                <emma:interpretation id="interp0" emma:lang="" emma:confidence="0.5">
                  <emma:literal>27</emma:literal>
                </emma:interpretation>
                <emma:interpretation id="interp1" emma:lang="" emma:confidence="0">
                  <emma:literal>27.</emma:literal>
                </emma:interpretation>
                <emma:interpretation id="interp2" emma:lang="" emma:confidence="0">
                  <emma:literal>27,</emma:literal>
                </emma:interpretation>
                <emma:interpretation id="interp3" emma:lang="" emma:confidence="0">
                  <emma:literal>7</emma:literal>
                </emma:interpretation>
                <emma:interpretation id="interp4" emma:lang="" emma:confidence="0">
                  <emma:literal>27-</emma:literal>
                </emma:interpretation>
              </emma:one-of>
            </emma:emma>
          </inkml:annotationXML>
          <inkml:trace contextRef="#ctx0" brushRef="#br0" timeOffset="22303.738">6508 636 0,'66'13'62,"-52"-13"-62,-1 14 16,-13-1 15,0 0-15,-13-13-16,13 13 15,-14-13-15,14 14 16,-13-14-16,13 13 16,-13-13-16,13 13 15,0 0 32,13-13-47,0 14 16,1-14-1,-1 13-15,0-13 16,-13 13-16,13-13 0,-13 13 16,14-13-16,-1 13 0,-13 1 15,13-14-15,-13 13 16,0 0-16,-13-13 16,13 13-1,-13-13-15,-1 0 0,1 0 16,13 14-16,-13-14 0,0 0 15,-1 0-15,1 0 0,0 0 0,0 0 16,13-14-16,-13 14 0,-1 0 16,1 0-16,13-13 15,-13 13-15,0-13 32,13 0-32</inkml:trace>
          <inkml:trace contextRef="#ctx0" brushRef="#br0" timeOffset="21278.1119">6204 689 0,'0'-26'47,"13"26"-31,1 0 0,-1-14-16,0 14 15,0 0-15,0 0 16,1 0-16,-1 14 15,0-14 1,-13 13-16,13-13 0,-13 13 16,14 0-1,-14 1-15,-14-1 16,14 0 0,0 0-16,-13-13 0,13 14 0,-13-14 15,13 13-15,-13-13 0,-1 13 0,1 0 16,0 0-1,0 1-15,13-1 16,-13-13-16,13 13 0,-14-13 16,14 13-16,0 1 15,-13-14 1,13 13 15,13-13-15,1 0-1,-1 0 1,0 0-16,0 0 16,0 0-16,1 0 0,-1 0 15,0 0-15,0 0 0,1 0 16,-1 0-16,0 0 16,0-13-16,-13-1 78,0 1-63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2:12.901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A77ECDB-9B54-422A-A4B0-527597614EED}" emma:medium="tactile" emma:mode="ink">
          <msink:context xmlns:msink="http://schemas.microsoft.com/ink/2010/main" type="writingRegion" rotatedBoundingBox="15567,5106 15520,22198 14834,22196 14882,5104"/>
        </emma:interpretation>
      </emma:emma>
    </inkml:annotationXML>
    <inkml:traceGroup>
      <inkml:annotationXML>
        <emma:emma xmlns:emma="http://www.w3.org/2003/04/emma" version="1.0">
          <emma:interpretation id="{CA2C9910-63DB-49AA-B7D5-46FE5171D90B}" emma:medium="tactile" emma:mode="ink">
            <msink:context xmlns:msink="http://schemas.microsoft.com/ink/2010/main" type="paragraph" rotatedBoundingBox="15567,5106 15520,22198 14834,22196 14882,510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90A595D6-A179-4F96-B028-A3DC565CD9F7}" emma:medium="tactile" emma:mode="ink">
              <msink:context xmlns:msink="http://schemas.microsoft.com/ink/2010/main" type="line" rotatedBoundingBox="15567,5106 15520,22198 14834,22196 14882,5104"/>
            </emma:interpretation>
          </emma:emma>
        </inkml:annotationXML>
        <inkml:traceGroup>
          <inkml:annotationXML>
            <emma:emma xmlns:emma="http://www.w3.org/2003/04/emma" version="1.0">
              <emma:interpretation id="{08403C8E-3622-49AC-8BC0-9A1FE9F5D5BD}" emma:medium="tactile" emma:mode="ink">
                <msink:context xmlns:msink="http://schemas.microsoft.com/ink/2010/main" type="inkWord" rotatedBoundingBox="15411,5105 15410,5451 14881,5449 14882,510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8625-1892 0,'-26'26'63,"26"-12"-63,0-1 16,-14-13-16,14 13 0,0 0 15,14-13-15,-14 14 16,13-14-1,-13 13-15,13-13 0,-13 13 0,13-13 16,-13 13-16,14-13 0,-14 14 16,13-1-16,0 0 15,-13 0 1,0 0-16,0 1 16,0-1-1,0 0 1,-13-13-16,0 0 15,13 13-15,-14-13 0,1 0 16,0 0-16,0 0 16,-1-13-16,1 13 15,13-13 1,0 0-16,0-1 16,0 1-16,0 0 0</inkml:trace>
          <inkml:trace contextRef="#ctx0" brushRef="#br0" timeOffset="251.3433">8625-1892 0,'66'-13'62,"-52"0"-62,-1 13 0,0 0 16,0 0-16,0 0 0,1 0 16,-1 0-16,0 0 15,0 0-15,1 0 16,-1 0 0</inkml:trace>
          <inkml:trace contextRef="#ctx0" brushRef="#br0" timeOffset="-531.6245">8347-1892 0,'0'13'63,"0"0"-63,-13-13 15,13 14-15,0-1 0,-13 0 16,13 0-16,0 1 15,0-1-15,-13-13 0,13 13 0,0 0 16,0 1-16,0-1 16,0 0-1,13-13 1,-13 13 0,13-13-16,0 0 15,1 0 1,-1 0-16,0 0 15,0 0-15,-13-13 16,13 13-16,1 0 16,-1 0-16,-13-13 15,13 13-15,-13-13 32,0-1-17,0 1 1,13 13-1,-13-13 1,-13 13 47,13 13-48,-13 0 1,13 1-16,-13-1 0,13 0 15,0 0-15,-14 0 0,14 1 16,0-1-16,-13 0 0,13 0 16,0 1-16,0-1 15,0 0-15,-13-13 0,13 13 16,0 1 0,13-14 46,-13-14-46,13 1-16,1 0 15,-14 0-15,13 13 0,-13-14 0</inkml:trace>
        </inkml:traceGroup>
        <inkml:traceGroup>
          <inkml:annotationXML>
            <emma:emma xmlns:emma="http://www.w3.org/2003/04/emma" version="1.0">
              <emma:interpretation id="{B9B806B3-D11D-4C85-88F3-9AA57C043EBC}" emma:medium="tactile" emma:mode="ink">
                <msink:context xmlns:msink="http://schemas.microsoft.com/ink/2010/main" type="inkWord" rotatedBoundingBox="15358,5714 15357,6045 14881,6044 14882,5712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2505.0217">8612-1297 0,'0'-13'63,"13"13"-48,0 0 1,1 0-16,-1 0 16,0 0-16,0 0 15,1 0-15,-1 0 0,0 0 16,0 0-16,0 0 0,1 0 16,-1 0-16,-13 13 62,0 1-46,-13-1-1,13 0-15,0 0 0,-14 0 16,14 1-16,0-1 0,-13 0 0,13 0 16,0 1-16,0 12 0,-13-13 15,13 1-15,-13-1 0,13 0 16,0 0-16,0 0 0,-13 1 15,13 12 1,0-13-16,0 1 16,0-28 15,0 1-15,-14 0-16,14 0 0,0-1 15</inkml:trace>
          <inkml:trace contextRef="#ctx0" brushRef="#br0" timeOffset="22708.2099">8612-1111 0,'79'26'63,"-65"-26"-63,-1 0 0,-13 13 15,13-13-15,0 0 0,0 0 0,-13 13 16,14-13-16,-14-13 31</inkml:trace>
          <inkml:trace contextRef="#ctx0" brushRef="#br0" timeOffset="21993.4909">8308-1085 0,'0'-13'47,"13"13"-47,-13-13 16,13 13-16,0-14 0,1 1 16,-1 13-16,0-13 0,0 0 15,0-1-15,1 1 16,-1 0-16,0 13 0,-13-13 0,13-1 15,1 14-15,-14-13 0,13 13 0,-13-13 16,13 13-16,-13 13 94,0 0-79,0 1 1,0-1-16,0 0 16,0 0-16,0 1 0,0-1 15,0 0-15,0 0 0,0 1 0,0-1 16,0 0-16,0 0 0,-13 0 16,13 1-16,0-1 15,0 0-15,0 0 0,0 1 16,0-1-1,13-26 17,-13-1-17,13 14-15,-13-13 0,0 0 16,14 0-16,-14-1 0,0 1 0,13 0 16,-13 0-16</inkml:trace>
        </inkml:traceGroup>
        <inkml:traceGroup>
          <inkml:annotationXML>
            <emma:emma xmlns:emma="http://www.w3.org/2003/04/emma" version="1.0">
              <emma:interpretation id="{F68642D4-10D8-421F-A9A7-2BE591118B77}" emma:medium="tactile" emma:mode="ink">
                <msink:context xmlns:msink="http://schemas.microsoft.com/ink/2010/main" type="inkWord" rotatedBoundingBox="15292,6362 15291,6627 14920,6626 14921,636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39101.5352">8559-476 0,'53'-53'63,"-40"53"-63,-13-14 0,13 1 16,1 13-16,-14-13 0,13 0 15,0-1-15,0 1 0,-13 0 16,14 0-16,-1 0 0,-13-1 15,0 28 17,0-1-17,0 0 1,-13 0-16,13 0 0,0 1 0,0-1 16,0 0-16,0 0 0,0 1 0,0-1 15,0 0-15,0 0 0,0 1 16,0-1-16,0 0 0,0 0 0,0 0 15,0 1 1,0-1-16,13-13 16,-13-13 15,0-1-31</inkml:trace>
          <inkml:trace contextRef="#ctx0" brushRef="#br0" timeOffset="38669.4811">8347-490 0,'40'-26'62,"-27"13"-62,0-1 16,1 14-16,-14-13 15,13 0-15,0 13 0,-13-13 0,13-1 16,1 1-16,-14 0 0,13 13 0,-13-13 16,0 0-16,13 13 0,-13-14 0,-13 28 62,13-1-62,0 0 16,0 0-16,-13 0 15,13 1-15,0-1 0,0 0 16,0 0-16,0 1 0,0-1 16,0 0-16,0 0 15,-14 1-15,14-1 0,0 0 16,0 0-16,14 0 16,-14 1-1,13-14 1,-13-14-16,13 1 15,-13 0-15</inkml:trace>
        </inkml:traceGroup>
        <inkml:traceGroup>
          <inkml:annotationXML>
            <emma:emma xmlns:emma="http://www.w3.org/2003/04/emma" version="1.0">
              <emma:interpretation id="{CFD362D5-BC18-4833-BD20-5D75E524532A}" emma:medium="tactile" emma:mode="ink">
                <msink:context xmlns:msink="http://schemas.microsoft.com/ink/2010/main" type="inkWord" rotatedBoundingBox="15411,7011 15410,7275 15026,7274 15027,7010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60826.4736">8480 26 0,'39'-39'47,"-25"39"-31,-1 0-1,0 0-15,0 0 16,0 13-16,1 0 16,-14 0-1,0 0-15,0 1 16,0-1-16,-14-13 15,14 13-15,-13 0 16,13 1-16,-13-14 0,0 13 0,0 0 16,-1 0-16,1-13 15,13 14-15,-13-14 0,13 13 16,-13 0-16,-1 0 16,1 0-16,13 1 31,13-1 16,1-13-32,-1 0-15,0 0 16,0 0-16,1 0 0,-1 0 16,0 0-16,0 0 15,0 0-15,1 0 16,-14-13 15,0-1-15,0 1-16</inkml:trace>
          <inkml:trace contextRef="#ctx0" brushRef="#br0" timeOffset="61362.8925">8757 66 0,'-13'-27'63,"0"41"-63,0-14 16,13 13-16,-13-13 0,13 13 15,-14-13-15,14 13 0,-13 1 16,13-1-16,0 0 15,0 0-15,-13 1 0,13-1 16,0 0-16,0 0 0,0 0 16,13-13-16,-13 14 0,13-1 15,1-13-15,-1 0 16,-13 13-16,13-13 0,0 0 16,0-13-16,1 13 0,-1-13 15,0-1-15,-13 1 0,13 0 0,1 0 0,-14 0 16,13-1-16,-13-52 31,0 53-31,0 0 0,-13 13 0,-1-14 16,1 14-16,0-13 15,0 13-15,-1 0 0,1 0 16,0 0-16,0 0 0</inkml:trace>
        </inkml:traceGroup>
        <inkml:traceGroup>
          <inkml:annotationXML>
            <emma:emma xmlns:emma="http://www.w3.org/2003/04/emma" version="1.0">
              <emma:interpretation id="{B2997B7D-72F2-450A-8452-DC7B62DFD085}" emma:medium="tactile" emma:mode="ink">
                <msink:context xmlns:msink="http://schemas.microsoft.com/ink/2010/main" type="inkWord" rotatedBoundingBox="15389,8201 15388,8510 15000,8508 15001,8200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73310.6102">8427 1354 0,'9'0'47,"-1"-9"-32,1 0-15,0 0 0,0 1 16,0-1-16,-1 0 0,10 0 0,-9-9 16,0 10-16,0-1 0,-1 0 0,1-9 15,0 10-15,0-1 0,-9 0 0,9 0 16,-9 0-16,9 9 0,-9-9 16,-9 18 15,9 0-31,0 0 15,-9 0-15,9 0 0,0-1 16,0 1-16,0 9 0,0-9 0,-9-1 16,9 10-16,0-9 0,0 0 0,0 0 15,0 8-15,0-8 0,0 0 0,0 0 16,0-1-16,-9 1 0,9 0 16,0 0-16,0 0 0,0 0 0,0-1 15,0 1-15,0 0 0,9-9 16,-9 9-16,0-18 15,9 9-15,-9-9 16,0 0-16,0 1 0,9-1 0</inkml:trace>
          <inkml:trace contextRef="#ctx0" brushRef="#br0" timeOffset="173725.9593">8665 1354 0,'62'-35'47,"-54"26"-47,1 0 15,0 0-15,0 0 0,-9 0 0,9 9 16,0-8-16,-1-1 0,-8 0 0,9 9 15,-9-9-15,9 9 0,-9-9 16,0 1-16,9 8 16,-9 8 15,-9 1-31,9 0 16,0 0-16,0 8 0,0-8 0,0 0 15,-9 9-15,9-9 0,0-1 0,0 10 16,0-9-16,0 0 0,0-1 0,0 10 15,0-9-15,0 0 0,0 0 16,0-1-16,0 1 0,0 0 0,0 0 16,0 0-16,0-1 0,0 1 0,0 0 15,-9-9 1</inkml:trace>
        </inkml:traceGroup>
        <inkml:traceGroup>
          <inkml:annotationXML>
            <emma:emma xmlns:emma="http://www.w3.org/2003/04/emma" version="1.0">
              <emma:interpretation id="{99DBEBCB-E497-49C7-B030-873F0287A11D}" emma:medium="tactile" emma:mode="ink">
                <msink:context xmlns:msink="http://schemas.microsoft.com/ink/2010/main" type="inkWord" rotatedBoundingBox="15477,8863 15476,9136 15009,9134 15010,8862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89457.9978">8735 1883 0,'9'0'62,"0"0"-46,0 0-16,0 0 15,0-9-15,-1 9 0,10 0 16,-9 0-16,0-9 0,-1 9 0,1 0 16,0 0-16,0-8 0,0 8 0,0 0 15,-1 0-15,1 0 0,0 0 31,-9 8-15,-9 1 0,9 0-16,0 0 0,-9-9 0,9 9 15,0-1-15,-8 1 0,8 0 16,0 0-16,-9 0 0,9 0 0,0-1 16,-9 1-16,9 0 0,0 0 0,-9 0 15,9 8-15,0-8 0,-9 0 0,9 0 16,0 0-16,-9-1 0,9 1 0,0 0 15,0 0-15,-8 0 0,8-1 16,0 1 0</inkml:trace>
          <inkml:trace contextRef="#ctx0" brushRef="#br0" timeOffset="189662.4627">8753 1998 0,'62'8'62,"-45"1"-46,-8-9-16,9 0 0,-9 0 0,0 9 15,-1-9-15</inkml:trace>
          <inkml:trace contextRef="#ctx0" brushRef="#br0" timeOffset="188659.6262">8436 2015 0,'8'0'78,"-8"-9"-78,9 1 16,0 8-16,0-9 0,0 0 15,-1 0-15,1 0 0,0 9 16,0-17-16,0 8 0,0 0 0,-1 0 15,1 0-15,0 1 0,0-1 0,0 0 16,0 0-16,-9 0 0,8 1 0,-8-1 16,9 9-16,-9-9 15,-9 9 17,9 9-32,0 0 15,0-1-15,-8 1 0,8 0 0,0 0 16,0 0-16,-9-1 0,9 1 15,0 0-15,0 0 0,0 0 0,0 0 16,-9-1-16,9 10 0,0-9 0,0 0 16,0-1-16,0 1 0,0 0 0,0 0 15,-9 0-15,9 0 0,0-1 16,0 1-16,0 0 16,0 0-16,0-18 46</inkml:trace>
        </inkml:traceGroup>
        <inkml:traceGroup>
          <inkml:annotationXML>
            <emma:emma xmlns:emma="http://www.w3.org/2003/04/emma" version="1.0">
              <emma:interpretation id="{3EC7A69F-23CB-4022-867C-CDD9EC971DBB}" emma:medium="tactile" emma:mode="ink">
                <msink:context xmlns:msink="http://schemas.microsoft.com/ink/2010/main" type="inkWord" rotatedBoundingBox="15495,9410 15494,9674 15044,9673 15045,9409"/>
              </emma:interpretation>
            </emma:emma>
          </inkml:annotationXML>
          <inkml:trace contextRef="#ctx0" brushRef="#br0" timeOffset="190570.112">8506 2403 0,'27'-17'62,"-19"17"-62,1 0 0,0 0 0,0 0 16,0 0-16,0 0 0,-1 0 15,1 0-15,0 0 0,0 9 0,0-1 16,-1-8-16,-8 9 16,9-9-16,-9 9 0,0 0 15,0 0-15,0-1 16,-9 1-16,1 0 16,8 0-16,-9 0 0,0-9 0,0 9 15,0-1-15,1 1 0,-1 0 0,-9 0 16,9 0-16,0-1 0,1 1 0,-1 0 15,0 0-15,0 0 0,0 0 0,0-9 16,1 8-16,8 1 0,-9 0 16,9 0-16,0 0 15,9-9 1,-1 0-16,-8 8 16,9-8-16,0 0 0,0 0 0,0 0 15,0 0-15,-1 0 0,1 0 16,0 0-16,0 0 0,0 0 0,0 0 15,-1 9-15,1-9 16,0 0-16,0-9 0,0 9 16</inkml:trace>
          <inkml:trace contextRef="#ctx0" brushRef="#br0" timeOffset="191072.7082">8885 2456 0,'-35'-26'63,"26"26"-63,9 9 15,-9-9-15,1 8 0,-1-8 16,9 9-16,-9 0 0,0 0 0,9 9 15,-9-10-15,9 1 0,-8 9 0,8-9 16,0-1-16,0 10 0,0-9 0,0 0 16,0 0-16,0-1 0,8-8 15,-8 9-15,9 0 0,0-9 0,0 0 16,0 0-16,-1 0 0,1 0 0,0 0 16,0-9-16,0 0 0,0 1 0,-1-1 15,1 0-15,0 0 0,0-9 16,-9 10-16,9-1 0,-9-9 0,0 9 15,0 1-15,0-1 0,0 0 0,0 0 16,0 0-16,-9 0 0,0 1 0,0-1 16,0 9-16,9-9 0</inkml:trace>
        </inkml:traceGroup>
        <inkml:traceGroup>
          <inkml:annotationXML>
            <emma:emma xmlns:emma="http://www.w3.org/2003/04/emma" version="1.0">
              <emma:interpretation id="{8DCDF5D5-26CB-4730-981B-DF44CEBF3AB7}" emma:medium="tactile" emma:mode="ink">
                <msink:context xmlns:msink="http://schemas.microsoft.com/ink/2010/main" type="inkWord" rotatedBoundingBox="15442,10036 15441,10337 14964,10335 14965,10034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78838.0074">8727 3030 0,'35'0'62,"-26"0"-62,0-9 16,-1 9-16,1 0 0,0 0 15,0 0-15,0 0 16,-1-9-16,1 9 0,0 0 16,0 0-16,0 0 15,-18 0 79,0 0-78,0 0-1</inkml:trace>
          <inkml:trace contextRef="#ctx0" brushRef="#br0" timeOffset="178113.5153">8709 3047 0,'-35'44'62,"35"-35"-62,0 0 16,-9-9-16,9 9 0,0 0 16,9-9-16,-9 8 15,9-8-15,-1 0 16,-8 9-16,9-9 16,0 0-16,0 0 0,0 0 15,-9 9-15,8-9 0,1 0 16,0 9-16,0 0 15,0-9-15,17 44 47,-26-35-31,0-1-16,0 1 16,-9 0-16,1 0 15,-1 0 1,0-9-16,9 8 15,-9-8-15,0 0 0,9 9 0,-9-9 16,1 0-16,-1 9 16,0-18-1,9 0 1,0 1-16,-9-1 0</inkml:trace>
          <inkml:trace contextRef="#ctx0" brushRef="#br0" timeOffset="177482.3867">8506 3082 0,'0'62'63,"0"-53"-63,-9 0 0,9 0 16,0-1-16,0 10 0,-9-9 0,9 0 15,0 0-15,0-1 0,-8 1 0,8 0 16,0 0-16,-9 17 31,9-17-31,0 0 0,0 0 16,0-18 15,0 0-31,9 9 0,-9-9 0</inkml:trace>
          <inkml:trace contextRef="#ctx0" brushRef="#br0" timeOffset="177178.803">8418 3021 0,'-18'70'31,"18"-61"-15,0 0-16,-9-9 0,9 9 0,0 0 16,0-1-16,0 1 0,0 0 15,0 0 1,0 0-1,9-9 1,-9 8-16,9-8 16,0 0-16,0 0 0,-9 9 15,9-9-15,-1 0 0,1 0 16,0 0-16,0 0 0,0 0 16,-1 0-16,1 0 0,0 0 15,-9-9 1,9 9-16,-9-8 15</inkml:trace>
        </inkml:traceGroup>
        <inkml:traceGroup>
          <inkml:annotationXML>
            <emma:emma xmlns:emma="http://www.w3.org/2003/04/emma" version="1.0">
              <emma:interpretation id="{C724D114-1574-4AD8-8C9A-82EB3320A1C4}" emma:medium="tactile" emma:mode="ink">
                <msink:context xmlns:msink="http://schemas.microsoft.com/ink/2010/main" type="inkWord" rotatedBoundingBox="15476,11341 15475,11623 14973,11621 14974,11339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30405.2261">8400 4494 0,'61'-45'63,"-52"37"-63,9-1 0,-9 0 15,8-9-15,-8 10 0,0-1 16,8-9-16,-8 9 0,0 0 0,0 1 16,9-10-16,-10 9 31,-16 27 0,8-9-31,0-1 16,0 1-16,-9 9 0,9-9 0,0 8 15,-9-8-15,9 9 0,0-1 16,0 1-16,0-9 0,0 9 0,0-10 16,0 10-16,0-9 0,0 0 0,0-1 15,0 1-15,0 0 0,0 0 0,0 0 16,0 0 0,0-18-1,0 0-15,0 0 16,0 0-16,9 0 0,-9 1 0</inkml:trace>
          <inkml:trace contextRef="#ctx0" brushRef="#br0" timeOffset="230839.0646">8726 4326 0,'9'-9'62,"-1"9"-62,1 0 16,0 0-16,0 0 16,0 0-16,0 0 0,-1 0 0,1 9 0,0-9 15,0 0-15,0 0 0,-1 0 16,1 0-16,0 0 0,0 0 0,0 0 15,0 0-15,-1 0 16,1 0 0,-9 9-16,0 0 15,0-1-15,0 1 16,-9 0-16,9 0 0,0 0 0,-8 8 16,8-8-16,0 9 0,-9-9 0,9 8 15,-9 1-15,9-9 0,-9 8 16,9-8-16,-9 9 0,9-9 0,-9 8 15,9-8-15,0 0 0,0 0 0,-8 0 16,8-1-16,-9-16 16,9-1-1,0 0-15,-9 0 0</inkml:trace>
          <inkml:trace contextRef="#ctx0" brushRef="#br0" timeOffset="231013.3393">8761 4441 0,'71'26'47,"-63"-26"-47,1 0 16,0 0-16,0 9 0,0-9 0,0 0 16,-1 0-16,1 0 0</inkml:trace>
        </inkml:traceGroup>
        <inkml:traceGroup>
          <inkml:annotationXML>
            <emma:emma xmlns:emma="http://www.w3.org/2003/04/emma" version="1.0">
              <emma:interpretation id="{713A9529-46AC-42DF-8DAB-1813A0DA5666}" emma:medium="tactile" emma:mode="ink">
                <msink:context xmlns:msink="http://schemas.microsoft.com/ink/2010/main" type="inkWord" rotatedBoundingBox="15486,11994 15485,12277 15071,12275 15072,11992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246624.1159">8515 5032 0,'53'-27'62,"-44"27"-62,0-9 0,0 9 0,-1 0 16,1-9-16,0 9 0,0 0 0,0 0 16,-1 0-16,-8 9 15,9-9-15,-9 9 0,0 0 0,-9 0 16,9 0-16,-8-1 16,-1 1-16,0 9 0,9-9 0,-9-1 15,0 1-15,1 0 0,-1 0 0,-9 0 16,9 0-16,0-1 0,1 1 0,-1 0 15,9 0-15,-9 0 0,0-1 16,0 1-16,9 0 0,-8-9 0,8 9 16,0 0-16,0 0 0,0-1 15,0 1 1,8-9 0,1 0-16,0 9 0,0-9 15,0 0-15,-1 0 0,1 0 16,0 0-16,0-9 0,0 9 0,8 0 0,-8 0 15,0 0-15,0-9 0,0 9 16,-1 0-16,1 0 0,0 0 16,-9-8-16,-9 8 31,0 0-31,1 0 16,8-9-16</inkml:trace>
          <inkml:trace contextRef="#ctx0" brushRef="#br0" timeOffset="247184.3573">8894 5005 0,'-61'9'62,"52"0"-62,0 0 0,0 8 16,0-8-16,1 9 0,-1-10 0,0 10 15,0-9-15,9 9 0,0-10 16,-9 10-16,9-9 0,0 0 0,9-1 16,-9 1-16,9-9 0,0 9 0,0-9 15,-1 0-15,1 0 0,97-132 63,-106 123-63,-9-9 15,9 10-15,-9-10 0,1 9 0,-1-9 16,9 10-16,-9-1 0</inkml:trace>
        </inkml:traceGroup>
        <inkml:traceGroup>
          <inkml:annotationXML>
            <emma:emma xmlns:emma="http://www.w3.org/2003/04/emma" version="1.0">
              <emma:interpretation id="{B4F555EC-4367-4897-9535-98FFAB3C4E56}" emma:medium="tactile" emma:mode="ink">
                <msink:context xmlns:msink="http://schemas.microsoft.com/ink/2010/main" type="inkWord" rotatedBoundingBox="15547,12531 15546,12824 15034,12822 15035,12530"/>
              </emma:interpretation>
            </emma:emma>
          </inkml:annotationXML>
          <inkml:trace contextRef="#ctx0" brushRef="#br0" timeOffset="270702.4873">8505 5517 0,'-35'53'31,"35"-45"-31,0 1 0,-9 0 16,9 0-16,0 0 0,0-1 15,0 1-15,0 0 0,0 0 0,9 0 16,0 0-16,0-1 16,0-8-16,-1 0 0,1 0 15,0 0-15,0 0 16,0 0-16,-1 0 0,1-8 0,0-1 15,0 0-15,0 9 0,-9-9 16,9 9-16,-9-9 0,8 0 16,-8 1-1,0 16 1,-8-8-16,8 9 0,-9-9 16,9 9-16,-9 0 0,9 0 15,-9 8-15,9-8 0,-9 0 0,9 0 16,-9 0-16,9 8 0,0-8 0,-8 0 15,8 0-15,0 0 0,0-1 16,0 1-16,0 0 0,0 0 31,8-9-31</inkml:trace>
          <inkml:trace contextRef="#ctx0" brushRef="#br0" timeOffset="271071.1037">8770 5525 0,'-44'36'62,"35"-27"-62,9-1 16,0 1-16,0 0 0,-9 0 15,9 0-15,0-1 0,9 1 0,-9 0 16,9 0-16,-9 0 0,9-9 0,-9 9 16,8-1-16,1 1 0,-9 0 0,9-9 15,-9 9-15,9 0 0,-9-1 0,9 1 16,-9 0-16,0 0 15,0 0-15,0 0 16,-9-9-16,0 0 16,0 0-16</inkml:trace>
          <inkml:trace contextRef="#ctx0" brushRef="#br0" timeOffset="271243.9473">8735 5517 0,'70'0'15,"-52"-9"-15,-1 9 16,1 0-16,0 0 0,8 0 0,-8 0 16,-1 0-16,1 0 0,0 0 0</inkml:trace>
        </inkml:traceGroup>
        <inkml:traceGroup>
          <inkml:annotationXML>
            <emma:emma xmlns:emma="http://www.w3.org/2003/04/emma" version="1.0">
              <emma:interpretation id="{B2F72E14-8719-4F99-BBFD-77A912DF9292}" emma:medium="tactile" emma:mode="ink">
                <msink:context xmlns:msink="http://schemas.microsoft.com/ink/2010/main" type="inkWord" rotatedBoundingBox="15278,13903 15277,14260 15105,14259 15106,13902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42907.6303">8532 7024 0,'0'13'46,"13"-13"-30,0-13 0,0 13-16,1-13 0,-1 0 15,0 13-15,0-14 0,0 1 16,1 0-16,-14 0 0,13 13 0,0-13 16,-13-1-16,13 1 0,1 0 15,-14 0-15,0 26 31,-14 0-15,14 0-16,-13 1 16,13 12-16,0-13 0,-13 0 15,13 1-15,0 12 0,0-13 0,0 14 16,0-14-16,0 14 0,0-14 16,0 0-16,0 13 0,0-12 0,0-1 15,0 0-15,0 0 0,13-13 0,-13 14 16,13-14-16,-13 13 0,14-13 0</inkml:trace>
        </inkml:traceGroup>
        <inkml:traceGroup>
          <inkml:annotationXML>
            <emma:emma xmlns:emma="http://www.w3.org/2003/04/emma" version="1.0">
              <emma:interpretation id="{3A97A5EE-C2F8-467D-A8F0-0FD2B6020529}" emma:medium="tactile" emma:mode="ink">
                <msink:context xmlns:msink="http://schemas.microsoft.com/ink/2010/main" type="inkWord" rotatedBoundingBox="15278,14524 15277,14815 15038,14814 15039,14523"/>
              </emma:interpretation>
            </emma:emma>
          </inkml:annotationXML>
          <inkml:trace contextRef="#ctx0" brushRef="#br0" timeOffset="343586.5585">8624 7540 0,'-53'-40'63,"40"40"-63,0 14 15,0-14-15,13 13 16,-14 0-16,-12 27 16,26-27-1,-13 0-15,13 0 0,0 1 0,-14-1 16,14 13-16,0-12 0,0-1 0,0 0 15,0 0-15,0 0 0,0 1 0,14-1 16,-1 0-16,0 0 16,0-13-16,1 0 0,-1 0 15,0 0-15,14 0 0,-14-13 0,0 0 16,0 13-16,0-13 0,1-1 16,-1 1-16,0 0 0,0 0 0,-13-14 15,0 14-15,14 0 0,-14 0 0,0-1 16,0 1-16,-14 0 0,14 0 0,-13 0 15,0-1-15,0 1 16,-1 13-16,1 0 0,0 0 16,13-13-16,-13 13 0,0 0 0,-1 0 15</inkml:trace>
        </inkml:traceGroup>
        <inkml:traceGroup>
          <inkml:annotationXML>
            <emma:emma xmlns:emma="http://www.w3.org/2003/04/emma" version="1.0">
              <emma:interpretation id="{D0F2EA89-F131-48C5-836B-FFD3C1D032A7}" emma:medium="tactile" emma:mode="ink">
                <msink:context xmlns:msink="http://schemas.microsoft.com/ink/2010/main" type="inkWord" rotatedBoundingBox="15305,15106 15303,15980 15050,15979 15053,15105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344210.0401">8651 8135 0,'-80'-53'63,"67"53"-48,0 14-15,0-1 16,13 0-16,-14 0 0,1 1 16,13 12-16,-13-13 0,13 1 0,0-1 15,-13 0-15,13 0 0,0 0 16,0 1-16,0 12 0,0-13 15,13 1-15,0-1 0,0 0 16,1-13 0,-1 0-16,0 0 0,0 0 0,1 0 15,-1 0-15,0 0 0,0 0 0,0-13 16,14 13-16,-14-13 0,-13-1 16,13 14-16,1-13 0,-14 0 0,13 0 15,-13-1-15,0 1 0,0 0 0,0 0 16,0 0-16,0-1 0,0 1 0,-13 0 15,13 0-15,-14-1 0,1 1 0,13 0 16,-13 13-16,0 0 0,-1-13 0,1 13 16,0 0-16,0 13 0,0-13 15</inkml:trace>
          <inkml:trace contextRef="#ctx0" brushRef="#br0" timeOffset="344742.8581">8545 8797 0,'26'-27'63,"-12"14"-63,-14 0 0,13 0 15,0-1-15,0 1 0,0 0 0,1-13 16,-1 12-16,0 1 0,-13 0 0,13 0 16,1 13-16,-14-14 0,13 1 15,0 0-15,-13 26 32,0 0-32,0 1 15,0-1-15,0 0 0,0 14 16,0-14-16,0 0 0,-13 13 0,13-12 15,0 12-15,0-13 0,0 14 0,-13-14 16,13 0-16,0 14 0,0-14 16,0 0-16,0 0 0,0 1 0,0-1 15,0 0-15,0 0 16,0 1-16</inkml:trace>
        </inkml:traceGroup>
        <inkml:traceGroup>
          <inkml:annotationXML>
            <emma:emma xmlns:emma="http://www.w3.org/2003/04/emma" version="1.0">
              <emma:interpretation id="{83FD0A52-B9ED-4D97-8D68-A59DB9C00E07}" emma:medium="tactile" emma:mode="ink">
                <msink:context xmlns:msink="http://schemas.microsoft.com/ink/2010/main" type="inkWord" rotatedBoundingBox="15292,16972 15292,17250 15079,17249 15080,16971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526720.1545">8506 10133 0,'13'0'62,"1"-13"-46,-1 0-1,0-1-15,0 1 0,1 13 0,-1-13 16,0 0-16,0-1 0,0 1 0,1 0 16,-1 13-16,-13-13 0,13-1 0,-13 1 15,13 13-15,-13-13 0,14 13 16,-14-13-16,0 26 31,0 0-31,-14-13 16,14 13-16,0 1 0,0-1 0,0 0 15,0 0-15,0 14 0,0-14 0,0 0 16,0 1-16,0-1 0,0 0 16,0 0-16,14 0 0,-14 1 0,0-1 15,0 0-15,13 0 16,-13 1-1,0-28 17,0 1-32,0 0 15,0 0-15,0-1 16</inkml:trace>
        </inkml:traceGroup>
        <inkml:traceGroup>
          <inkml:annotationXML>
            <emma:emma xmlns:emma="http://www.w3.org/2003/04/emma" version="1.0">
              <emma:interpretation id="{DD4B2CE7-7851-4DF3-8ABC-270F364195FC}" emma:medium="tactile" emma:mode="ink">
                <msink:context xmlns:msink="http://schemas.microsoft.com/ink/2010/main" type="inkWord" rotatedBoundingBox="15239,18083 15238,18308 15066,18307 15067,18082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529525.62">8586 11059 0,'-80'66'47,"67"-53"-32,13 1-15,0-1 0,0 0 0,0 0 16,0 1-16,0-1 0,13 0 0,-13 0 16,13 0-16,1-13 15,-14 14-15,13-14 0,0 13 0,0-13 0,1 0 16,-1 0-16,0 0 0,0 0 15,0 0-15,-13-13 0,14 13 16,-14-14-16,0 1 0,13 0 0,-13 0 16,0 0-16,-13-1 0,13 1 0,-14 0 15,14 0-15,-13-1 0,0 1 16,0 0-16,0 13 0,-1 0 16,1 0-16,0 0 15,13 13-15,-13 0 0,13 1 16</inkml:trace>
        </inkml:traceGroup>
        <inkml:traceGroup>
          <inkml:annotationXML>
            <emma:emma xmlns:emma="http://www.w3.org/2003/04/emma" version="1.0">
              <emma:interpretation id="{F96A58BB-32B3-4F87-B56E-5574F2593506}" emma:medium="tactile" emma:mode="ink">
                <msink:context xmlns:msink="http://schemas.microsoft.com/ink/2010/main" type="inkWord" rotatedBoundingBox="15292,17607 15291,17792 15119,17791 15120,17606"/>
              </emma:interpretation>
            </emma:emma>
          </inkml:annotationXML>
          <inkml:trace contextRef="#ctx0" brushRef="#br0" timeOffset="529071.2525">8691 10636 0,'-92'-40'63,"79"53"-63,-1 0 0,1 1 15,13-1-15,-13 13 0,13-12 16,0-1-16,0 0 0,0 0 0,0 1 15,13-14-15,-13 13 0,13-13 0,1 13 16,-1-13-16,0 0 0,0 0 0,0 0 16,14 0-16,-27-13 0,13 13 15,0-13-15,1 13 0,-14-14 0,0 1 16,13 0-16,-13 0 0,0-1 0,0 1 16,-13 0-16,13 0 0,-14-1 0,14 1 15,-13 13-15,0-13 0,0 13 16,-1-13-16,1 13 0,0 0 15,0 0-15,13 13 0,-13-13 16,13 13-16,-14-13 0,14 13 0,0 1 16,0-1-16</inkml:trace>
        </inkml:traceGroup>
        <inkml:traceGroup>
          <inkml:annotationXML>
            <emma:emma xmlns:emma="http://www.w3.org/2003/04/emma" version="1.0">
              <emma:interpretation id="{745BE173-DEED-41B5-953B-8CC6CDD87784}" emma:medium="tactile" emma:mode="ink">
                <msink:context xmlns:msink="http://schemas.microsoft.com/ink/2010/main" type="inkWord" rotatedBoundingBox="15252,18586 15251,18996 15053,18995 15054,18585"/>
              </emma:interpretation>
            </emma:emma>
          </inkml:annotationXML>
          <inkml:trace contextRef="#ctx0" brushRef="#br0" timeOffset="529999.2831">8638 11681 0,'-105'0'63,"91"13"-63,14 13 15,-13-12-15,13 12 0,-13 1 16,13-1-16,-13 1 0,13-14 0,0 13 16,0 1-16,13-14 0,-13 0 0,13 0 15,-13 1-15,13-14 0,1 13 0,-1-13 16,0 0-16,14 0 0,-14 0 15,0-13-15,0-1 0,0 1 0,1-13 16,-1-1-16,-13 14 0,13-13 0,-13-1 16,0 1-16,0 12 0,0-12 0,-13-1 15,13 14-15,-13-13 0,13 13 0,-14-1 16,1 1-16,-13 0 0,13 0 16,-1-1-16,-12-12 0,13 13 0</inkml:trace>
        </inkml:traceGroup>
        <inkml:traceGroup>
          <inkml:annotationXML>
            <emma:emma xmlns:emma="http://www.w3.org/2003/04/emma" version="1.0">
              <emma:interpretation id="{D10FE1EF-47F3-4729-BC53-CE6445B88906}" emma:medium="tactile" emma:mode="ink">
                <msink:context xmlns:msink="http://schemas.microsoft.com/ink/2010/main" type="inkWord" rotatedBoundingBox="15253,20028 15252,20398 15079,20397 15080,20027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544873.6807">8506 13268 0,'13'0'63,"-13"-13"-63,14 13 15,-14-13-15,13 0 0,0-1 16,0 1-16,-13 0 0,14-14 0,-1 14 16,-13 0-16,13 0 0,0-14 0,-13 14 15,13 0-15,1-14 0,-14 14 16,13 0-16,-13 0 0,13 13 16,-13 13-1,-13-13 1,13 13-16,0 0 0,0 14 0,0-14 15,-13 14-15,13-1 0,0-13 0,0 14 16,0-1-16,0 1 0,0-14 0,0 13 16,0-12-16,0 12 0,0-13 15,13 0-15,-13 1 0,13-1 16,-13 0-16</inkml:trace>
        </inkml:traceGroup>
        <inkml:traceGroup>
          <inkml:annotationXML>
            <emma:emma xmlns:emma="http://www.w3.org/2003/04/emma" version="1.0">
              <emma:interpretation id="{C7BF04B6-6C05-4408-9F49-F0770F20C22C}" emma:medium="tactile" emma:mode="ink">
                <msink:context xmlns:msink="http://schemas.microsoft.com/ink/2010/main" type="inkWord" rotatedBoundingBox="15186,21840 15185,22197 15000,22196 15001,21839"/>
              </emma:interpretation>
              <emma:one-of disjunction-type="recognition" id="oneOf14">
                <emma:interpretation id="interp14" emma:lang="" emma:confidence="0.5">
                  <emma:literal>000</emma:literal>
                </emma:interpretation>
                <emma:interpretation id="interp15" emma:lang="" emma:confidence="0">
                  <emma:literal>0.00</emma:literal>
                </emma:interpretation>
                <emma:interpretation id="interp16" emma:lang="" emma:confidence="0">
                  <emma:literal>800</emma:literal>
                </emma:interpretation>
                <emma:interpretation id="interp17" emma:lang="" emma:confidence="0">
                  <emma:literal>200</emma:literal>
                </emma:interpretation>
                <emma:interpretation id="interp18" emma:lang="" emma:confidence="0">
                  <emma:literal>100</emma:literal>
                </emma:interpretation>
              </emma:one-of>
            </emma:emma>
          </inkml:annotationXML>
          <inkml:trace contextRef="#ctx0" brushRef="#br0" timeOffset="546580.2777">8559 14869 0,'-79'0'63,"79"13"-63,-14 14 15,1-14-15,13 13 0,-13-12 0,13 12 16,-13-13-16,13 14 0,0-14 0,0 13 16,0-12-16,0 12 0,0-13 15,0 1-15,13-1 0,-13 0 0,13-13 16,-13 13-16,13-13 0,1 0 0,-1 0 16,0-13-16,0 0 0,14 0 0,-14-1 15,0-12-15,1 13 0,-1-14 0,-13 1 16,13 13-16,-13-14 0,0 1 0,0-1 15,0 14-15,0-14 0,0 14 16,-13-13-16,13 13 0,-13-1 0,-1 14 16,1-13-16,-13 13 0,12 0 0,-12 0 15</inkml:trace>
        </inkml:traceGroup>
        <inkml:traceGroup>
          <inkml:annotationXML>
            <emma:emma xmlns:emma="http://www.w3.org/2003/04/emma" version="1.0">
              <emma:interpretation id="{7880BEB5-6209-4CC6-9BC7-A2E359AA80DB}" emma:medium="tactile" emma:mode="ink">
                <msink:context xmlns:msink="http://schemas.microsoft.com/ink/2010/main" type="inkWord" rotatedBoundingBox="15252,20702 15249,21721 14971,21720 14974,20701"/>
              </emma:interpretation>
            </emma:emma>
          </inkml:annotationXML>
          <inkml:trace contextRef="#ctx0" brushRef="#br0" timeOffset="545536.0806">8533 13758 0,'-53'-80'93,"53"94"-93,-14-14 0,1 13 0,13 13 16,-13-12-16,0 12 0,13-13 0,-13 14 16,13-1-16,-14 1 0,14-14 15,0 13-15,0 1 0,0-1 0,14-13 16,-14 1-16,13-1 0,0 0 0,0 0 16,0-13-16,1 0 0,-1 0 0,0 0 15,14 0-15,-14 0 0,0-13 16,0 0-16,14-14 0,-14 14 0,0-13 15,0-1-15,1 14 0,-1-13 0,-13-1 16,13 1-16,-13 12 0,0-12 0,0 13 16,-13-14-16,13 14 0,-13 0 15,-1 0-15,1 13 0,0-14 0,0 14 16,0 0-16,-1 0 0,1 14 0,0-14 16,0 13-16,-1 0 15,14 0-15,-13 1 0,13-1 0,0 0 16,0 0-16,-13 0 0,13 1 15</inkml:trace>
          <inkml:trace contextRef="#ctx0" brushRef="#br0" timeOffset="546106.725">8546 14380 0,'-93'52'47,"93"-38"-47,-13 12 15,0-13-15,13 1 0,-13 12 0,13-13 16,-14 1-16,14 12 0,0-13 0,0 14 16,0-14-16,0 13 0,0-12 0,14-1 15,-1 0-15,0-13 16,0 0-16,14 0 0,-14-13 16,0 0-16,0-1 0,1 1 0,12 0 15,-13 0-15,1-14 0,-14 14 0,13-13 16,0 12-16,-13-12 0,0 13 15,0-14-15,0 14 0,0 0 0,0-1 16,-13 1-16,0 0 0,13 0 16,-14 13-16,1-13 0,0 13 0,0 0 0,-1 0 15,1 0-15,0 13 16,0 0-16,13 0 0</inkml:trace>
        </inkml:traceGroup>
      </inkml:traceGroup>
    </inkml:traceGroup>
  </inkml:traceGroup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2:09.628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80D97041-6867-4DAE-AE15-B7D73F7A47DF}" emma:medium="tactile" emma:mode="ink">
          <msink:context xmlns:msink="http://schemas.microsoft.com/ink/2010/main" type="writingRegion" rotatedBoundingBox="13449,5101 13611,22059 12937,22066 12775,5107"/>
        </emma:interpretation>
      </emma:emma>
    </inkml:annotationXML>
    <inkml:traceGroup>
      <inkml:annotationXML>
        <emma:emma xmlns:emma="http://www.w3.org/2003/04/emma" version="1.0">
          <emma:interpretation id="{B78863F5-3B0D-4A73-A0B4-16D6ED7066E1}" emma:medium="tactile" emma:mode="ink">
            <msink:context xmlns:msink="http://schemas.microsoft.com/ink/2010/main" type="paragraph" rotatedBoundingBox="13421,5103 13511,11584 13177,11589 13087,5108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6D4B1C4-EFF9-4E42-81F9-8A655B8EF5D5}" emma:medium="tactile" emma:mode="ink">
              <msink:context xmlns:msink="http://schemas.microsoft.com/ink/2010/main" type="line" rotatedBoundingBox="13421,5103 13511,11584 13177,11589 13087,5108"/>
            </emma:interpretation>
          </emma:emma>
        </inkml:annotationXML>
        <inkml:traceGroup>
          <inkml:annotationXML>
            <emma:emma xmlns:emma="http://www.w3.org/2003/04/emma" version="1.0">
              <emma:interpretation id="{ACA7D33C-FAE4-41FF-97B6-717F57986B39}" emma:medium="tactile" emma:mode="ink">
                <msink:context xmlns:msink="http://schemas.microsoft.com/ink/2010/main" type="inkWord" rotatedBoundingBox="13280,5105 13284,5396 13135,5398 13130,5107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6614-1892 0,'53'-26'63,"-40"26"-48,1 0-15,-14 13 16,13-13-16,-13 13 15,0 0-15,0 0 16,0 1-16,0-1 16,-13 0-16,-1 0 0,14 1 15,-13-14-15,13 13 0,-13 0 0,0 0 16,0 1-16,-1-1 16,1 0-16,13 0 0,-13-13 15,13 13-15,-13 1 0,-1-14 16,14 26-1,0-13-15,0 1 16,14-14 0,-1 0-16,0 0 15,0 0-15,1 0 16,-1 0-16,0 0 16,0 0-16,0 0 15</inkml:trace>
        </inkml:traceGroup>
        <inkml:traceGroup>
          <inkml:annotationXML>
            <emma:emma xmlns:emma="http://www.w3.org/2003/04/emma" version="1.0">
              <emma:interpretation id="{0AFA695B-8FED-443A-AF79-DA31B79BB6C0}" emma:medium="tactile" emma:mode="ink">
                <msink:context xmlns:msink="http://schemas.microsoft.com/ink/2010/main" type="inkWord" rotatedBoundingBox="13278,5751 13282,6017 13099,6019 13096,5753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796.2498">6575-1138 0,'26'0'46,"-13"13"-30,1-13-16,-1 0 16,0 0-16,0 0 0,-13 14 15,13-14-15,1 0 0,-1 0 16,-13 13 0,0-26-1,-13 13 1,13-14-16</inkml:trace>
          <inkml:trace contextRef="#ctx0" brushRef="#br0" timeOffset="20550.3">6522-1270 0,'26'0'62,"1"0"-46,-14 0-16,0 0 15,0 0-15,1 0 0,-1 0 16,0 0-16,0 0 16,0 0-16,1 0 15,-14 13 32,0 0-31,0 0-1,0 1-15,0-1 16,0 0-16,0 0 16,-14 1-16,14-1 0,0 0 15,0 0-15,0 1 0,-13-1 16,13 0-16,0 0 0,0 0 15,0 1-15,0-1 16,-13-13-16,13 13 0,0 0 16,13-26 46,-13 0-62,0 0 16,0-1-16,-13 1 0</inkml:trace>
        </inkml:traceGroup>
        <inkml:traceGroup>
          <inkml:annotationXML>
            <emma:emma xmlns:emma="http://www.w3.org/2003/04/emma" version="1.0">
              <emma:interpretation id="{C3505288-5F6D-4ABC-9F7B-AED78341844C}" emma:medium="tactile" emma:mode="ink">
                <msink:context xmlns:msink="http://schemas.microsoft.com/ink/2010/main" type="inkWord" rotatedBoundingBox="13357,6398 13361,6665 13125,6668 13122,640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40890.8588">6548-622 0,'66'0'62,"-52"0"-62,-1 0 16,0 0-16,0 0 15,0 0-15,1 0 16,-1 0 0,0 0 15,-13 13 0,0 0-15,0 1-16,0-1 15,0 0-15,0 0 16,0 1-16,-13-14 0,13 13 0,0 0 16,0 0-16,-13 1 0,13-1 15,0 13-15,-14-26 16,14 13-16,0 1 0,0-1 15,0 0-15,0 0 0,0 1 16,0-28 31,0 1-47,0 0 16</inkml:trace>
          <inkml:trace contextRef="#ctx0" brushRef="#br0" timeOffset="41084.5632">6601-476 0,'93'0'63,"-80"0"-63,0 0 15,0 0-15,1 13 0,-1-13 16,0 0-16,0 0 0,-13-13 0</inkml:trace>
        </inkml:traceGroup>
        <inkml:traceGroup>
          <inkml:annotationXML>
            <emma:emma xmlns:emma="http://www.w3.org/2003/04/emma" version="1.0">
              <emma:interpretation id="{B906EBCA-2C11-4A22-960F-34AC8E2AF661}" emma:medium="tactile" emma:mode="ink">
                <msink:context xmlns:msink="http://schemas.microsoft.com/ink/2010/main" type="inkWord" rotatedBoundingBox="13359,6904 13364,7259 13122,7262 13117,6908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60307.6174">6601-40 0,'0'27'62,"-13"-27"-62,13 13 16,0 0-16,0 0 16,-13-13-16,13 13 15,0 1 1,0-1 15,13-13-31,0 0 16,0 0-1,-13 13 1,14-13-16,-1 13 16,0-13-1,-13 14-15,13 12 31,0-26-15,-13 13-16,0 1 16,0-1-16,-13-13 15,13 13-15,0 0 16,-13-13-16,13 13 16,-13-13-16,13 14 0,-13-14 15,-1 0-15,1 13 16,0-13-1,0 0-15,-1 0 16,14-13 0,-13 13-16,13-14 47,13 1-32,-13 0-15,0 0 16,0 0-16,14 13 0,-14-14 15</inkml:trace>
          <inkml:trace contextRef="#ctx0" brushRef="#br0" timeOffset="60852.0271">6641-66 0,'53'-14'63,"-40"14"-63,0 0 0,0 0 16,1 0-1,-1 0-15,0 0 16,0 0-16,-26-13 31,13 0-31,-13 0 16</inkml:trace>
        </inkml:traceGroup>
        <inkml:traceGroup>
          <inkml:annotationXML>
            <emma:emma xmlns:emma="http://www.w3.org/2003/04/emma" version="1.0">
              <emma:interpretation id="{34B36DC5-DA89-4C62-BA43-7BAC64C41A5E}" emma:medium="tactile" emma:mode="ink">
                <msink:context xmlns:msink="http://schemas.microsoft.com/ink/2010/main" type="inkWord" rotatedBoundingBox="13393,8288 13397,8570 13222,8572 13218,8290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67440.8177">6645 1283 0,'53'-17'63,"-44"17"-63,0 0 0,0 0 0,-1 0 15,1 0-15,0 0 0,0 0 16,0 0-16,0 0 15,-9 8-15,8-8 16,-8 9-16,9-9 16,-9 9-16,0 0 15,0 0 1,-9 0-16,9-1 16,-8 1-16,8 0 0,0 0 0,-9-9 15,9 9-15,-9-1 0,9 1 0,-9 0 16,9 0-16,-9 0 0,9 0 15,-9-1-15,9 1 0,0 9 0,-8-18 16,8 9-16,0-1 0,0 1 0,0 0 16,-9 0-16,9 0 0,0 0 15,0-1-15,0 1 0,0 0 16,0 0 0,0-18-1,9 9 1,-9-9-16,0 0 0,0 1 15,0-1-15,0-9 0</inkml:trace>
          <inkml:trace contextRef="#ctx0" brushRef="#br0" timeOffset="167637.3248">6663 1424 0,'70'9'63,"-61"-9"-63,0 0 0,0 9 15,0-9-15,0 0 0,-1 0 16,1 0-16,0 0 0,0 0 0,0 0 16</inkml:trace>
        </inkml:traceGroup>
        <inkml:traceGroup>
          <inkml:annotationXML>
            <emma:emma xmlns:emma="http://www.w3.org/2003/04/emma" version="1.0">
              <emma:interpretation id="{441EE81C-01F3-4AC5-9320-8BB3FE3D33C5}" emma:medium="tactile" emma:mode="ink">
                <msink:context xmlns:msink="http://schemas.microsoft.com/ink/2010/main" type="inkWord" rotatedBoundingBox="13366,8887 13369,9125 13213,9128 13209,8889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69346.5756">6654 2006 0,'62'18'47,"-53"-18"-32,-1 0-15,1 0 0,0 9 0,0-9 16,0 0-16,0 0 0,-1 0 0,1 0 16</inkml:trace>
          <inkml:trace contextRef="#ctx0" brushRef="#br0" timeOffset="169151.0181">6636 1874 0,'53'-9'47,"-44"9"-31,0 0-16,0 0 0,0 0 0,-1 0 16,1 0-16,0 0 15,0 0 1,-9 9-16,9-9 15,-9 9 1,0 0-16,0 0 16,0-1-1,0 1-15,0 0 0,-9-9 16,9 9-16,0 0 0,0 0 0,-9-1 16,0 1-16,9 0 0,0 0 15,-9 0-15,9-1 0,-8 1 16,8 0-16,0 0 0,-9 0 0,9 0 15,0-1-15,0 1 0,0 0 16,0 0-16,0 0 0,0-1 16,0-16 31,0-1-47,0 0 0,0 0 0,0 0 15</inkml:trace>
        </inkml:traceGroup>
        <inkml:traceGroup>
          <inkml:annotationXML>
            <emma:emma xmlns:emma="http://www.w3.org/2003/04/emma" version="1.0">
              <emma:interpretation id="{61320285-DD2A-4667-B583-4279856BE434}" emma:medium="tactile" emma:mode="ink">
                <msink:context xmlns:msink="http://schemas.microsoft.com/ink/2010/main" type="inkWord" rotatedBoundingBox="13351,9506 13355,9786 13166,9789 13162,9509"/>
              </emma:interpretation>
            </emma:emma>
          </inkml:annotationXML>
          <inkml:trace contextRef="#ctx0" brushRef="#br0" timeOffset="172105.5361">6645 2509 0,'62'-9'47,"-53"1"-32,0 8-15,-1 0 0,1 0 0,0 0 16,0 0-16,0 0 15,0 0 1,-9-9-16,-9 9 16</inkml:trace>
          <inkml:trace contextRef="#ctx0" brushRef="#br0" timeOffset="171644.5705">6628 2527 0,'-18'53'62,"18"-44"-46,0-1-16,9-8 15,-9 9-15,9-9 16,-1 0-16,1 9 16,0-9-16,0 0 15,-9 9-15,9-9 0,0 9 16,-1-1-16,-8 1 15,9-9-15,-9 9 0,0 0 16,9-9-16,-9 9 0,0 0 16,0-1-1,0 1-15,0 0 16,0 0 0,-9-9-16,9 9 0,-9-9 15,9 8-15,-8-8 16,-1 9-16,0-9 0,9 9 15,-9-9-15,0 0 0,0 9 16,1-9-16,-1 0 0,0 0 16,0 0-1,9-9 1,-9 9-16,9-9 0,0 0 16,0 1-16</inkml:trace>
        </inkml:traceGroup>
        <inkml:traceGroup>
          <inkml:annotationXML>
            <emma:emma xmlns:emma="http://www.w3.org/2003/04/emma" version="1.0">
              <emma:interpretation id="{6755C836-BFA9-4C64-AFA7-CB0083636D5A}" emma:medium="tactile" emma:mode="ink">
                <msink:context xmlns:msink="http://schemas.microsoft.com/ink/2010/main" type="inkWord" rotatedBoundingBox="13306,10141 13309,10388 13178,10390 13174,10142"/>
              </emma:interpretation>
            </emma:emma>
          </inkml:annotationXML>
          <inkml:trace contextRef="#ctx0" brushRef="#br0" timeOffset="174346.4626">6601 3144 0,'62'-26'47,"-53"26"-47,0 0 15,-1 0-15,1 0 0,0 9 16,0-9-16,0 8 0,-9 1 16,8 0-16,-8 0 15,0 0-15,0-1 0,0 1 16,0 0-16,-8 0 0,8 0 16,-9 0-16,0-1 0,9 1 0,-9 0 15,0 0-15,1 0 0,-1-1 16,9 1-16,-18 18 15,9-27-15,9 9 0,-9-9 0,9 8 16,-8 1-16,8 0 16,8 0-1,1-9 1,0 9-16,0-9 16,0 0-16,0 0 0,-1 0 15,1 0-15,0 0 16,0 0-1,0 0 1,-9-9-16,0 0 16,0-9-16</inkml:trace>
        </inkml:traceGroup>
        <inkml:traceGroup>
          <inkml:annotationXML>
            <emma:emma xmlns:emma="http://www.w3.org/2003/04/emma" version="1.0">
              <emma:interpretation id="{37593DAF-A882-49E6-ABE3-6BE9F5E55730}" emma:medium="tactile" emma:mode="ink">
                <msink:context xmlns:msink="http://schemas.microsoft.com/ink/2010/main" type="inkWord" rotatedBoundingBox="13507,11302 13511,11584 13214,11589 13210,11306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32344.2241">6637 4308 0,'61'-26'63,"-52"26"-47,0 0-16,0 0 0,0 0 0,-9 9 15,8-9-15,1 0 0,-9 9 0,9-9 16,0 8-16,-9 1 15,9 0-15,-9 0 16,0 0-16,0-1 0,0 1 16,0 0-16,0 0 0,-9 0 0,9 0 15,0-1-15,-9 10 0,9-9 16,0 0-16,-9 8 0,9-8 0,-9 0 16,9 9-16,-8-10 0,8 1 0,-9 0 15,9 0-15,0 0 0,0-1 16,-9 1-16,9 0 15,0-18 1,0 0-16,-9 9 16,9-8-16</inkml:trace>
          <inkml:trace contextRef="#ctx0" brushRef="#br0" timeOffset="232491.5814">6663 4458 0,'71'9'31,"-45"-18"-15,-8 9-16,8 0 0,1 0 15,-1-9-15,1 9 0,-1-8 0,0-1 16</inkml:trace>
        </inkml:traceGroup>
      </inkml:traceGroup>
    </inkml:traceGroup>
    <inkml:traceGroup>
      <inkml:annotationXML>
        <emma:emma xmlns:emma="http://www.w3.org/2003/04/emma" version="1.0">
          <emma:interpretation id="{ABFE3AC4-08B1-429A-B28F-574898DB71BD}" emma:medium="tactile" emma:mode="ink">
            <msink:context xmlns:msink="http://schemas.microsoft.com/ink/2010/main" type="paragraph" rotatedBoundingBox="13341,5102 13503,22060 12937,22066 12775,510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A2BAD988-F38C-4886-A2C3-627E5B48E614}" emma:medium="tactile" emma:mode="ink">
              <msink:context xmlns:msink="http://schemas.microsoft.com/ink/2010/main" type="line" rotatedBoundingBox="13341,5102 13503,22060 12937,22066 12775,5107"/>
            </emma:interpretation>
          </emma:emma>
        </inkml:annotationXML>
        <inkml:traceGroup>
          <inkml:annotationXML>
            <emma:emma xmlns:emma="http://www.w3.org/2003/04/emma" version="1.0">
              <emma:interpretation id="{1BFD80DB-E560-426D-B1C6-2DDC016EA497}" emma:medium="tactile" emma:mode="ink">
                <msink:context xmlns:msink="http://schemas.microsoft.com/ink/2010/main" type="inkWord" rotatedBoundingBox="13002,5105 13005,5396 12871,5397 12868,5107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-670.8388">6429-1918 0,'-13'0'62,"0"0"-46,13 13-16,-14-13 16,14 13-16,-13-13 0,0 13 0,13 0 15,-13-13-15,-1 14 0,14-1 0,-13 0 16,13 0-16,-13-13 0,13 14 15,-13-1-15,13 0 0,0 0 0,0 1 16,0-1-16,0 0 0,0 0 0,0 0 16,0 1-16,0-1 15,0 0-15,13-13 0,-13 13 0,13-13 16,-13 14-16,13-14 16,1 0-16,-1 0 15,0-14-15,0 14 16,-13-13-16,14 13 0,-14-13 15,13 13-15,-13-13 0,13-1 16,-13 1-16,0 0 0,0 0 16,-13 0-1,0 13 1,-1 0-16,1 0 16,0 0-1,0 0 1,13 13-1,-14-13-15</inkml:trace>
        </inkml:traceGroup>
        <inkml:traceGroup>
          <inkml:annotationXML>
            <emma:emma xmlns:emma="http://www.w3.org/2003/04/emma" version="1.0">
              <emma:interpretation id="{247787E8-1E91-4348-81AA-43DA08A54B5A}" emma:medium="tactile" emma:mode="ink">
                <msink:context xmlns:msink="http://schemas.microsoft.com/ink/2010/main" type="inkWord" rotatedBoundingBox="13040,5752 13043,6031 12846,6033 12843,5754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19976.0575">6270-1217 0,'53'-40'63,"-40"40"-47,-13-13-16,14 13 0,-1 0 15,-13 13-15,13-13 16,-13 13-16,13-13 0,-13 13 15,14-13-15,-14 14 16,0-1-16,13 0 0,-13 0 16,0 1-16,0-1 15,0 0 1,-13-13-16,-1 13 0,14 1 16,-13-14-16,0 13 15,0 0-15,-1-13 16,14 13-16,-13-13 15,13 13-15,-13 1 16,13-1 15,0 0-31,-13-13 0,13 13 16,13-13 46,-13 14-46,13-14-16,0 0 16,1 0-16,-1 0 15,0 0-15,0 0 16,1 0-16,-1 0 16,0 0-16,0 0 15,1 0 1,-14-14-1,13 14 1,-13-13-16,0 0 16,0 0-16</inkml:trace>
        </inkml:traceGroup>
        <inkml:traceGroup>
          <inkml:annotationXML>
            <emma:emma xmlns:emma="http://www.w3.org/2003/04/emma" version="1.0">
              <emma:interpretation id="{0A6ACF19-D288-433B-836C-CA5AF5D99F4B}" emma:medium="tactile" emma:mode="ink">
                <msink:context xmlns:msink="http://schemas.microsoft.com/ink/2010/main" type="inkWord" rotatedBoundingBox="12974,6401 12977,6666 12818,6668 12815,6402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40316.9846">6270-582 0,'27'-27'47,"-27"14"-47,13 13 16,0 0-16,0 0 15,1 0-15,-1 0 16,-13 13-16,13-13 16,-13 13-16,13-13 15,-13 14-15,0-1 16,-13 0-16,13 0 15,-13 1-15,13-1 16,-13-13-16,13 13 0,-14-13 0,14 13 16,-13 1-16,0-14 0,13 13 15,-13 0-15,0-13 16,13 13-16,-14 0 16,1 1-16,13-1 15,-13-13 1,13 13-16,0 0 15,0 1 1,13-14 0,0 0-1,1 0-15,-1 0 16,0 0-16,0 0 0,0 0 16,1 0-16,-1 0 15,0 0 1,0 0-16,-13-14 0,14 14 15,-14-13-15</inkml:trace>
        </inkml:traceGroup>
        <inkml:traceGroup>
          <inkml:annotationXML>
            <emma:emma xmlns:emma="http://www.w3.org/2003/04/emma" version="1.0">
              <emma:interpretation id="{2268BDE9-2115-4F37-B7BC-910B498AF011}" emma:medium="tactile" emma:mode="ink">
                <msink:context xmlns:msink="http://schemas.microsoft.com/ink/2010/main" type="inkWord" rotatedBoundingBox="13028,6982 13031,7274 12859,7275 12856,6984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59609.0212">6297-40 0,'0'13'63,"0"1"-63,-13-1 16,13 0-16,0 0 15,0 0-15,0 1 16,0-1-16,0 0 15,13-13 1,-13 13-16,13-13 0,0 0 16,0 0-16,1 0 15,-1 0-15,0 0 0,0 0 16,-13-13-16,14 13 16,-1 0-16,-13-13 15,13 13 1,-26 0 62,13 13-62,-13-13-16,13 13 15,0 1-15,-14-14 0,14 13 16,0 0-16,0 0 0,-13 1 15,13-1-15,0 0 0,0 0 16,0 0 0,0 1-16,-13-14 0,13 13 15,0 0-15,13-13 63,-13-13-63,0 0 15,13-1-15,-13 1 0,0 0 16,14 0-16,-14 0 0,13-1 16,-13 1-16,13 0 0,0 0 15,1-1-15</inkml:trace>
        </inkml:traceGroup>
        <inkml:traceGroup>
          <inkml:annotationXML>
            <emma:emma xmlns:emma="http://www.w3.org/2003/04/emma" version="1.0">
              <emma:interpretation id="{BF1C19C3-828E-4C29-9B1F-4FDAA1B140A1}" emma:medium="tactile" emma:mode="ink">
                <msink:context xmlns:msink="http://schemas.microsoft.com/ink/2010/main" type="inkWord" rotatedBoundingBox="13077,8297 13080,8589 12946,8591 12943,8298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166773.0768">6389 1301 0,'53'-27'63,"-44"27"-63,0 0 0,0 0 15,0 0-15,-9 9 0,8-9 16,-8 9-16,9 0 0,0 0 16,-9 0-16,0-1 15,0 1-15,0 0 0,0 0 16,0 0-16,-9-1 0,9 1 0,-9 0 16,9 0-16,-8 0 0,-1 0 0,0-1 15,0-8-15,0 9 0,9 0 0,-8 0 16,-1 0-16,0-1 0,0-8 15,9 9-15,-9 0 0,0-9 0,9 9 16,-8-9-16,8 9 0,-9-9 16,9 9-16,0-1 0,0 1 31,9-9-31,-9 9 16,8-9-16,1 0 0,-9 9 15,9-9-15,0 0 0,0 0 0,0 0 16,-1 9-16,1-9 15,9 0 1,-9 0-16,-1 9 16,1-9-1,-9-9 1,0 0 0,0 0-16</inkml:trace>
        </inkml:traceGroup>
        <inkml:traceGroup>
          <inkml:annotationXML>
            <emma:emma xmlns:emma="http://www.w3.org/2003/04/emma" version="1.0">
              <emma:interpretation id="{E18BFE87-A43A-480C-99F7-3287D6674667}" emma:medium="tactile" emma:mode="ink">
                <msink:context xmlns:msink="http://schemas.microsoft.com/ink/2010/main" type="inkWord" rotatedBoundingBox="13067,8915 13069,9135 12928,9137 12926,8916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168549.7044">6389 1927 0,'53'-35'62,"-44"35"-62,-9 9 16,9-1 0,-9 1-16,0 0 0,0 0 15,0 0-15,0 0 16,-9-1-16,9 1 0,-9 0 0,9 0 15,-8 0-15,8-1 0,-9 1 0,0-9 16,9 9-16,-9 0 0,0 0 0,9 0 16,-9-9-16,1 8 0,-1 1 15,0 0-15,0 0 16,9 0 0,9-1-1,0-8 1,0 9-16,-1-9 15,1 0-15,0 0 0,0 0 16,0 0-16,0 0 16,-1 0-16,1 0 0,0 0 15,0 0-15,0 0 16,-1 0 0,-8-9-1,0 1 1,9-1-16</inkml:trace>
        </inkml:traceGroup>
        <inkml:traceGroup>
          <inkml:annotationXML>
            <emma:emma xmlns:emma="http://www.w3.org/2003/04/emma" version="1.0">
              <emma:interpretation id="{6638C094-45EC-49B9-A11F-5413CDD74F2A}" emma:medium="tactile" emma:mode="ink">
                <msink:context xmlns:msink="http://schemas.microsoft.com/ink/2010/main" type="inkWord" rotatedBoundingBox="13041,9523 13044,9770 12912,9771 12909,9524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170708.8513">6372 2500 0,'-27'44'62,"27"-35"-62,0 0 0,0 0 16,-8 0-16,8 0 0,0-1 15,0 1-15,0 0 0,0 0 16,8-9-16,-8 9 16,9-9-16,0 0 0,-9 8 15,9-8-15,0 0 0,-1 0 0,1 0 16,0 0-16,0 0 0,0 0 16,0 0-16,-1 0 0,1 0 15,0 0-15,0 0 16,-9-8 15</inkml:trace>
          <inkml:trace contextRef="#ctx0" brushRef="#br0" timeOffset="170999.6112">6460 2571 0,'-9'62'31,"0"-54"-15,9 10-16,0-9 0,-8 0 15,8 0-15,0-1 0,0 1 0,-9 0 16,9 0-16,0 0 15,0-1-15,0 1 32,9-9-32,-1 0 15,-8-9 1</inkml:trace>
        </inkml:traceGroup>
        <inkml:traceGroup>
          <inkml:annotationXML>
            <emma:emma xmlns:emma="http://www.w3.org/2003/04/emma" version="1.0">
              <emma:interpretation id="{ADC9AE0D-168D-4F0C-B3B8-07782D516A6C}" emma:medium="tactile" emma:mode="ink">
                <msink:context xmlns:msink="http://schemas.microsoft.com/ink/2010/main" type="inkWord" rotatedBoundingBox="13014,10132 13016,10396 12849,10397 12846,10134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173719.0998">6425 3127 0,'-27'-18'47,"18"18"-32,1 0-15,8 9 0,-9-9 0,0 9 16,0-1-16,0-8 0,1 9 0,-1 0 15,0 0-15,9 0 0,-9-1 0,0 10 16,0-9-16,9 0 0,-8 8 0,8-8 16,0 0-16,-9 9 0,9-10 15,0 10-15,0-9 0,0 0 0,0 0 16,0-1-16,9 1 0,-9 0 0,8-9 16,-8 9-16,9-9 0,0 9 15,0-9-15,0 0 0,0 8 0,-1-8 16,1 0-16,9-8 0,-9 8 0,-1 0 15,1-9-15,0 9 0,0-9 0,0 9 16,-9-9-16,9 0 0,-1 9 16,-8-8-16,0-1 0,0 0 15,0 0-15,-8 0 16,-1 9-16,0-9 0,0 9 16,0 0-16,0 0 0,1 0 15,-1 0-15,0 0 0,0 0 16,0 0-16,9-8 31,9-1-15,-9 0-16</inkml:trace>
        </inkml:traceGroup>
        <inkml:traceGroup>
          <inkml:annotationXML>
            <emma:emma xmlns:emma="http://www.w3.org/2003/04/emma" version="1.0">
              <emma:interpretation id="{D5E80C94-97F4-4E30-929F-E58B6118FB9A}" emma:medium="tactile" emma:mode="ink">
                <msink:context xmlns:msink="http://schemas.microsoft.com/ink/2010/main" type="inkWord" rotatedBoundingBox="13102,11358 13105,11622 12973,11623 12971,11359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231893.9779">6398 4397 0,'62'-62'47,"-53"62"-47,0 0 16,0 0-1,0 0-15,-9 9 16,0-1-16,8 1 0,-8 0 16,0 0-16,0 0 0,0 0 0,0-1 15,0 1-15,-8 9 0,8-9 0,0-1 16,-9 1-16,9 0 0,-9 0 15,0 0-15,9 0 0,-9-1 0,0-8 16,9 9-16,-8 0 0,8 0 0,-9-9 16,0 9-16,9-1 0,-9-8 15,9 9-15,0 0 0,-9-9 16,9 9-16,0 0 16,0 0-1,9-9-15,0 0 16,0 0-16,-9 8 0,9-8 15,-1 0-15,1 0 0,0-8 16,0 8-16,0 0 0,0 0 16,-1 0-1,1 0-15,-9-9 0,9 9 16,-9-9 0,9 9-16</inkml:trace>
        </inkml:traceGroup>
        <inkml:traceGroup>
          <inkml:annotationXML>
            <emma:emma xmlns:emma="http://www.w3.org/2003/04/emma" version="1.0">
              <emma:interpretation id="{8443CBB3-1C76-43C3-927C-7C5D7219635F}" emma:medium="tactile" emma:mode="ink">
                <msink:context xmlns:msink="http://schemas.microsoft.com/ink/2010/main" type="inkWord" rotatedBoundingBox="13360,12015 13362,12254 12912,12258 12909,12020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247827.8917">6354 4996 0,'9'0'46,"-9"9"-30,-9-9-16,9 9 0,0 0 0,-8 0 16,8-1-16,0 1 0,-9 0 15,9 0-15,0 8 0,0-8 0,0 0 16,0 0-16,0 0 0,9-9 0,-9 9 16,8-9-16,1 8 0,0-8 15,0 0-15,0 0 0,8-8 16,-8 8-16,0-9 0,0 0 15,0 0-15,-1 9 0,1-9 0,-9 0 16,0 1-16,0-1 0,9 9 16,-18 0-1,9 9-15,-9-1 16,1 1-16,8 0 0,-9 0 16,9 9-16,-9-10 0,9 1 0,0 9 15,-9 35 16,9-44-31,9-9 0,-9 8 16</inkml:trace>
          <inkml:trace contextRef="#ctx0" brushRef="#br0" timeOffset="248175.861">6610 5005 0,'-26'62'62,"26"-53"-62,0-1 16,0 1-16,9 0 0,-9 0 0,8 0 16,-8 0-16,0-1 0,9 1 0,-9 0 15,9 0-15,-9 0 0,9-1 16,-9 1-16,0 0 16,0 0-16,0 0 15,-9-9-15,0 0 16,0 0-16</inkml:trace>
          <inkml:trace contextRef="#ctx0" brushRef="#br0" timeOffset="248341.8239">6575 5049 0,'70'0'31,"-61"-9"-31,9 9 0,0 0 16,-1 0-16,1-8 0,-1 8 0,1 0 16,0 0-16,-9-9 0</inkml:trace>
        </inkml:traceGroup>
        <inkml:traceGroup>
          <inkml:annotationXML>
            <emma:emma xmlns:emma="http://www.w3.org/2003/04/emma" version="1.0">
              <emma:interpretation id="{9F14D61A-2AC2-4855-A08D-819F1FB3664B}" emma:medium="tactile" emma:mode="ink">
                <msink:context xmlns:msink="http://schemas.microsoft.com/ink/2010/main" type="inkWord" rotatedBoundingBox="13412,12562 13415,12818 12912,12823 12909,12567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271400.8027">6346 5543 0,'0'18'47,"0"-9"-31,0-1-16,0 1 0,-9-9 15,9 9-15,0 0 0,0 0 0,0-1 16,0 1-16,0 27 16,9-36-1,-9 8-15,8-8 0,1 9 16,0-9-16,0 0 0,0-9 15,-1 9-15,1-8 0,0 8 16,-9-9-16,9 9 0,0-9 0,0 0 16,-9 0-16,0 18 47,0 0-47,-9 0 0,9 0 15,0-1-15,-9 1 0,9 0 16,0 0-16,0 0 0,-9-1 0,9 1 0,0 0 15,0 0-15,-9 0 0,9 0 16,0-1-16,0 1 16,0 0-16,9 0 15,0-18 1,-9 0 0,9 0-16,-9 1 0,9-10 15</inkml:trace>
          <inkml:trace contextRef="#ctx0" brushRef="#br0" timeOffset="271732.595">6557 5578 0,'-9'18'62,"9"-9"-46,0 0-16,-8-1 0,8 1 16,0 0-16,8 0 0,-8 0 0,0 0 15,0-1-15,9 1 0,-9 0 16,9 0-16,-9 0 0,0-1 0,9 1 0,0 0 16,-9 0-16,0 0 15,0 0-15,0-1 0,-9 1 16,0 0-1,0-9 1,9-9-16,0 0 16,-9 1-16,9-10 0,0 9 0,0-9 15,-8 1-15</inkml:trace>
          <inkml:trace contextRef="#ctx0" brushRef="#br0" timeOffset="271886.671">6584 5596 0,'61'9'16,"-43"-9"0,0 0-16,-1 0 0,1-9 0,0 9 15,-1 0-15,1 0 0,-9-9 16,8 9-16,1-9 0,-9 1 0,0-1 16,-1-9-16</inkml:trace>
        </inkml:traceGroup>
        <inkml:traceGroup>
          <inkml:annotationXML>
            <emma:emma xmlns:emma="http://www.w3.org/2003/04/emma" version="1.0">
              <emma:interpretation id="{81FBE590-D0EF-40F4-B4C4-4874EAC4A1F8}" emma:medium="tactile" emma:mode="ink">
                <msink:context xmlns:msink="http://schemas.microsoft.com/ink/2010/main" type="inkWord" rotatedBoundingBox="13225,13955 13228,14259 13031,14261 13028,13957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339086.0847">6456 7064 0,'26'-13'47,"-13"13"-47,1-14 15,-1 1-15,0 13 16,0-13-16,0 0 0,1-1 0,-1 1 16,0 0-16,0 13 0,-13-13 15,14 13-15,-14-13 0,13 13 31,-26 13-15,13 0 0,0 0-16,-14-13 0,14 13 0,0 1 15,0-1-15,0 0 0,0 0 16,0 1-16,0-1 0,0 0 0,0 0 16,0 1-16,0-1 0,0 0 15,0 0-15,14 0 0,-14 1 16,13-1-16,-13 0 0,0 0 15,13 1-15,-13-1 16</inkml:trace>
        </inkml:traceGroup>
        <inkml:traceGroup>
          <inkml:annotationXML>
            <emma:emma xmlns:emma="http://www.w3.org/2003/04/emma" version="1.0">
              <emma:interpretation id="{4B8E43DA-9032-47C4-9EB3-D580BA9DEC19}" emma:medium="tactile" emma:mode="ink">
                <msink:context xmlns:msink="http://schemas.microsoft.com/ink/2010/main" type="inkWord" rotatedBoundingBox="13227,14549 13229,14760 13043,14762 13041,14551"/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339675.9676">6601 7527 0,'-92'53'62,"78"-53"-62,14 13 0,-13 0 0,13 14 0,0-14 16,0 0-16,-13 0 0,13 1 16,0-1-16,13 0 0,-13 0 15,13-13-15,-13 13 0,14-13 16,-1 0-16,0 0 16,0 0-16,0-13 0,1 13 0,-1-13 15,0 0-15,0 13 0,1-13 0,-14-1 16,13 1-16,0 0 15,-13-14-15,0 14 0,0 0 16,0 0-16,0 0 0,-13 13 0,13-14 16,0 1-16,-13 13 0,-1-13 0,1 13 15,0 0-15,0 0 16,-1 0-16,1 0 0,0 0 16,0 13-16,0 0 0,-1 1 15,1-14 1,13 13-16,0 0 0</inkml:trace>
        </inkml:traceGroup>
        <inkml:traceGroup>
          <inkml:annotationXML>
            <emma:emma xmlns:emma="http://www.w3.org/2003/04/emma" version="1.0">
              <emma:interpretation id="{6A67E340-67F5-4EA6-8971-3EBE64C4B632}" emma:medium="tactile" emma:mode="ink">
                <msink:context xmlns:msink="http://schemas.microsoft.com/ink/2010/main" type="inkWord" rotatedBoundingBox="13173,15065 13175,15329 12949,15331 12947,15067"/>
              </emma:interpretation>
              <emma:one-of disjunction-type="recognition" id="oneOf20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340257.267">6534 8056 0,'-93'-13'63,"80"26"-63,0 0 0,13 14 16,-13-14-16,13 0 0,-14 14 15,14-14-15,-13 13 0,13-12 0,0-1 16,0 13-16,66 40 47,-52-66-47,-1 0 0,0-13 0,40-13 15,-40 12-15,0 1 16,1 0-16,-1 0 0,-13 0 16,13-1-16,-13 1 0,0-13 0,0 12 15,0 1-15,0 0 0,-13 0 0,13-1 16,-13 14-16,13-13 0,-14 0 0,1 13 15,0 0-15,0-13 0,0 13 16,-1 0-16,1 0 0,0 13 16,0-13-16,-1 13 0,1-13 15,0 13-15,0-13 16,13 14-16,-14-1 0</inkml:trace>
        </inkml:traceGroup>
        <inkml:traceGroup>
          <inkml:annotationXML>
            <emma:emma xmlns:emma="http://www.w3.org/2003/04/emma" version="1.0">
              <emma:interpretation id="{DB70335F-57D7-4A1F-882F-3F4543AD822E}" emma:medium="tactile" emma:mode="ink">
                <msink:context xmlns:msink="http://schemas.microsoft.com/ink/2010/main" type="inkWord" rotatedBoundingBox="13145,15661 13149,16058 12885,16061 12881,15664"/>
              </emma:interpretation>
              <emma:one-of disjunction-type="recognition" id="oneOf21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340803.2823">6310 8929 0,'93'-66'31,"-80"40"-31,0 12 15,0-12-15,1 13 0,-1-1 0,0-12 16,0 13-16,1-14 0,-1 14 0,0 0 16,-13 0-16,13 13 0,-13-14 15,13 14-15,-13-13 0,0 26 32,0 1-17,0-1-15,0 0 0,-13 0 0,13 0 16,0 1-16,0 12 0,0-13 0,0 14 15,0-14-15,0 14 0,0-14 0,0 0 16,0 0-16,0 0 0,0 1 16,0-1-16,0 13 0,0-12 0,0-1 15,0 0-15,0 0 0,13 0 0,-13 1 16,0-1 0,14-13-16,-14-13 15,0-1-15,0 1 16,0 0-16,-14 13 0,14-13 0</inkml:trace>
        </inkml:traceGroup>
        <inkml:traceGroup>
          <inkml:annotationXML>
            <emma:emma xmlns:emma="http://www.w3.org/2003/04/emma" version="1.0">
              <emma:interpretation id="{8D03DAE4-8725-455B-8111-EF1BB52B5629}" emma:medium="tactile" emma:mode="ink">
                <msink:context xmlns:msink="http://schemas.microsoft.com/ink/2010/main" type="inkWord" rotatedBoundingBox="13106,16984 13109,17249 12937,17251 12935,16986"/>
              </emma:interpretation>
              <emma:one-of disjunction-type="recognition" id="oneOf22">
                <emma:interpretation id="interp22" emma:lang="" emma:confidence="1">
                  <emma:literal/>
                </emma:interpretation>
              </emma:one-of>
            </emma:emma>
          </inkml:annotationXML>
          <inkml:trace contextRef="#ctx0" brushRef="#br0" timeOffset="529060.8375">6363 10146 0,'0'-13'47,"13"0"-31,1 0-1,-1-1-15,0 1 0,-13 0 16,13 13-16,0-13 0,-13-1 0,14 1 15,-1 13-15,-13-13 0,13 0 0,-13-1 16,13 1-16,1 0 16,-14 26 15,0 0-15,0 1-16,-14-1 15,14 0-15,0 0 0,0 1 0,0-1 16,14 0-16,-14 0 0,0 1 0,0-1 15,0 0-15,0 0 0,13 0 0,-13 1 16,0-1-16,0 0 16,0 0-16,13-13 15,-13 14 1,0-28 15,0 1-15,0 0-1,0 0-15</inkml:trace>
        </inkml:traceGroup>
        <inkml:traceGroup>
          <inkml:annotationXML>
            <emma:emma xmlns:emma="http://www.w3.org/2003/04/emma" version="1.0">
              <emma:interpretation id="{594E24A6-E919-4210-864E-28D04280B864}" emma:medium="tactile" emma:mode="ink">
                <msink:context xmlns:msink="http://schemas.microsoft.com/ink/2010/main" type="inkWord" rotatedBoundingBox="13226,17512 13229,17804 13003,17806 13000,17514"/>
              </emma:interpretation>
              <emma:one-of disjunction-type="recognition" id="oneOf23">
                <emma:interpretation id="interp23" emma:lang="" emma:confidence="1">
                  <emma:literal/>
                </emma:interpretation>
              </emma:one-of>
            </emma:emma>
          </inkml:annotationXML>
          <inkml:trace contextRef="#ctx0" brushRef="#br0" timeOffset="530783.3319">6601 10530 0,'-92'-27'62,"25"133"-31,54-93-15,13 1-16,0 12 0,0-13 0,0 1 0,0 12 16,0-13-16,13 1 0,1-1 15,-1 0-15,0-13 0,0 13 0,14-13 16,-14 0-16,0 0 0,14 0 0,-14-13 16,0 13-16,0-13 0,1 0 15,-1-1-15,-13 1 0,13-13 0,-13 12 16,0-12-16,0 13 0,0-1 0,0-12 15,-13 13-15,13 0 0,-13-1 0,-1 1 16,1 0-16,0 0 0,0-1 16,-1 14-16,1-13 0,0 13 0,0 0 15,0 0-15,-1 0 16,14 13-16,0 1 16,0-1-16,0 0 15,0 0-15,14 1 0</inkml:trace>
        </inkml:traceGroup>
        <inkml:traceGroup>
          <inkml:annotationXML>
            <emma:emma xmlns:emma="http://www.w3.org/2003/04/emma" version="1.0">
              <emma:interpretation id="{B0998F5E-1F14-4360-9551-9CC4A0280314}" emma:medium="tactile" emma:mode="ink">
                <msink:context xmlns:msink="http://schemas.microsoft.com/ink/2010/main" type="inkWord" rotatedBoundingBox="13200,18068 13202,18280 12978,18282 12975,18070"/>
              </emma:interpretation>
              <emma:one-of disjunction-type="recognition" id="oneOf24">
                <emma:interpretation id="interp24" emma:lang="" emma:confidence="1">
                  <emma:literal/>
                </emma:interpretation>
              </emma:one-of>
            </emma:emma>
          </inkml:annotationXML>
          <inkml:trace contextRef="#ctx0" brushRef="#br0" timeOffset="531272.694">6495 11046 0,'-92'79'62,"92"-66"-62,0 1 0,13-1 16,-13 0-16,13 0 0,-13 1 16,13-1-16,1 0 0,-1-13 0,0 13 15,0 0-15,1-13 0,-1 0 0,0 0 16,0 0-16,14 0 0,-14 0 16,0 0-16,0-13 0,-13 0 15,14 0-15,-14 0 0,0-1 16,0 1-16,0 0 0,-14-14 0,14 14 15,-13 0-15,0 0 0,13-1 0,-13 14 16,-1-13-16,1 13 0,0-13 0,0 13 16,0 0-16,-1 0 0,14 13 15,-13-13-15,0 13 0,13 1 0,-13-1 16,13 0-16,0 0 0,-14 1 0,14 12 16,0-13-16,0 1 0,0 12 0</inkml:trace>
        </inkml:traceGroup>
        <inkml:traceGroup>
          <inkml:annotationXML>
            <emma:emma xmlns:emma="http://www.w3.org/2003/04/emma" version="1.0">
              <emma:interpretation id="{C434D717-3AB6-4736-90A8-3AB1F4A8D67F}" emma:medium="tactile" emma:mode="ink">
                <msink:context xmlns:msink="http://schemas.microsoft.com/ink/2010/main" type="inkWord" rotatedBoundingBox="13133,18638 13136,18929 12924,18931 12921,18640"/>
              </emma:interpretation>
              <emma:one-of disjunction-type="recognition" id="oneOf25">
                <emma:interpretation id="interp25" emma:lang="" emma:confidence="1">
                  <emma:literal/>
                </emma:interpretation>
              </emma:one-of>
            </emma:emma>
          </inkml:annotationXML>
          <inkml:trace contextRef="#ctx0" brushRef="#br0" timeOffset="531689.2132">6456 11654 0,'-93'93'31,"80"-67"-31,13-12 16,0 12-16,0-13 0,145 67 62,-131-94-62,-1 1 0,0 0 0,0 0 16,-13 0-16,13-1 0,-13 1 15,0 0-15,0-14 0,0 14 0,0 0 16,0-14-16,-13 27 0,0-13 0,13 0 16,-13 0-16,0 0 0,-1 13 15,14-14-15,-13 14 16,13-13-16,0 0 15,13 0-15</inkml:trace>
        </inkml:traceGroup>
        <inkml:traceGroup>
          <inkml:annotationXML>
            <emma:emma xmlns:emma="http://www.w3.org/2003/04/emma" version="1.0">
              <emma:interpretation id="{6AE921C4-4B21-40FF-BAD1-E6151E50DE97}" emma:medium="tactile" emma:mode="ink">
                <msink:context xmlns:msink="http://schemas.microsoft.com/ink/2010/main" type="inkWord" rotatedBoundingBox="13161,20066 13166,20503 12966,20505 12962,20068"/>
              </emma:interpretation>
              <emma:one-of disjunction-type="recognition" id="oneOf26">
                <emma:interpretation id="interp26" emma:lang="" emma:confidence="1">
                  <emma:literal/>
                </emma:interpretation>
              </emma:one-of>
            </emma:emma>
          </inkml:annotationXML>
          <inkml:trace contextRef="#ctx0" brushRef="#br0" timeOffset="544670.2359">6390 13229 0,'92'-80'47,"-79"67"-47,1 0 16,-1 0-16,0-1 0,13-12 16,-12-1-1,-1 41 16,-13-1-31,0 13 0,0-12 16,-13 12-16,13-13 0,0 14 16,0-1-16,0 1 0,0-1 0,0 1 15,0-1-15,0 0 0,0-12 0,0 12 16,0-13-16,0 14 0,0-14 0,0 0 16,13 1-16,-13-1 0,0 0 15,-13-13-15</inkml:trace>
        </inkml:traceGroup>
        <inkml:traceGroup>
          <inkml:annotationXML>
            <emma:emma xmlns:emma="http://www.w3.org/2003/04/emma" version="1.0">
              <emma:interpretation id="{19CBDE85-5780-4400-A453-D2A0052DD16D}" emma:medium="tactile" emma:mode="ink">
                <msink:context xmlns:msink="http://schemas.microsoft.com/ink/2010/main" type="inkWord" rotatedBoundingBox="13213,20740 13216,21058 12990,21061 12987,20743"/>
              </emma:interpretation>
              <emma:one-of disjunction-type="recognition" id="oneOf27">
                <emma:interpretation id="interp27" emma:lang="" emma:confidence="0.5">
                  <emma:literal>o</emma:literal>
                </emma:interpretation>
                <emma:interpretation id="interp28" emma:lang="" emma:confidence="0">
                  <emma:literal>O</emma:literal>
                </emma:interpretation>
                <emma:interpretation id="interp29" emma:lang="" emma:confidence="0">
                  <emma:literal>°</emma:literal>
                </emma:interpretation>
                <emma:interpretation id="interp30" emma:lang="" emma:confidence="0">
                  <emma:literal>0</emma:literal>
                </emma:interpretation>
                <emma:interpretation id="interp31" emma:lang="" emma:confidence="0">
                  <emma:literal>.</emma:literal>
                </emma:interpretation>
              </emma:one-of>
            </emma:emma>
          </inkml:annotationXML>
          <inkml:trace contextRef="#ctx0" brushRef="#br0" timeOffset="546935.006">6588 13784 0,'-53'-13'62,"40"13"-62,0 0 16,13 13-16,-14-13 0,1 13 15,13 1-15,-13-1 0,0-13 0,13 13 16,-14 0-16,1 1 0,13-1 0,-13 0 16,13 0-16,0 14 0,0-14 15,0 0-15,0 0 0,0 1 16,0-1-16,13 0 0,0 0 15,1-13-15,-14 14 0,13-14 0,0 0 16,0 0-16,14 0 0,-14-14 16,0 14-16,0-13 0,14 0 0,-14 0 15,0-1-15,-13 1 0,14 0 0,-14 0 16,13 0-16,-13-1 0,0 1 16,0-13-16,0 12 0,0 1 0,-13 0 15,13 0-15,-14-1 0,1 1 0,0 0 16,0 0-16,-1 0 0,1-1 0,0 1 15</inkml:trace>
        </inkml:traceGroup>
        <inkml:traceGroup>
          <inkml:annotationXML>
            <emma:emma xmlns:emma="http://www.w3.org/2003/04/emma" version="1.0">
              <emma:interpretation id="{5DC43CAF-30B2-48F3-935E-F69B1A528864}" emma:medium="tactile" emma:mode="ink">
                <msink:context xmlns:msink="http://schemas.microsoft.com/ink/2010/main" type="inkWord" rotatedBoundingBox="13108,20781 13111,21006 12977,21007 12975,20782"/>
              </emma:interpretation>
              <emma:one-of disjunction-type="recognition" id="oneOf28">
                <emma:interpretation id="interp32" emma:lang="" emma:confidence="1">
                  <emma:literal/>
                </emma:interpretation>
              </emma:one-of>
            </emma:emma>
          </inkml:annotationXML>
          <inkml:trace contextRef="#ctx0" brushRef="#br0" timeOffset="545172.303">6535 13758 0,'-93'0'46,"80"13"-30,13 13-16,-13-12 0,13 12 16,-13 1-16,13-14 0,0 13 0,0-12 15,0-1-15,13 13 0,-13-13 0,13-13 16,0 14-16,1-14 0,-54-146 172</inkml:trace>
        </inkml:traceGroup>
        <inkml:traceGroup>
          <inkml:annotationXML>
            <emma:emma xmlns:emma="http://www.w3.org/2003/04/emma" version="1.0">
              <emma:interpretation id="{51FFDA58-8A2F-448C-B555-D083470AA58F}" emma:medium="tactile" emma:mode="ink">
                <msink:context xmlns:msink="http://schemas.microsoft.com/ink/2010/main" type="inkWord" rotatedBoundingBox="13156,21269 13163,22063 12937,22066 12929,21271"/>
              </emma:interpretation>
              <emma:one-of disjunction-type="recognition" id="oneOf29">
                <emma:interpretation id="interp33" emma:lang="" emma:confidence="1">
                  <emma:literal/>
                </emma:interpretation>
              </emma:one-of>
            </emma:emma>
          </inkml:annotationXML>
          <inkml:trace contextRef="#ctx0" brushRef="#br0" timeOffset="545698.0771">6482 14313 0,'-40'-66'46,"27"66"-30,13 13-16,-13 1 0,13-1 0,-13 0 16,13 0-16,-13 1 0,13-1 15,-14 13-15,14-12 0,0-1 0,0 13 16,0-13-16,0 1 0,14-1 0,-14 0 16,13 0-16,0 1 15,27-14-15,-27 0 16,79-225 62,-105 211-78,0 1 0,-13 13 16,12 0-16,1 0 15,0 0-15,0 13 0,-1 1 16,1-1-16,0 0 0,13 0 15,-13 1-15,0-1 0,13 0 16</inkml:trace>
          <inkml:trace contextRef="#ctx0" brushRef="#br0" timeOffset="546238.7017">6509 14710 0,'-93'40'63,"93"-27"-48,-13 14-15,0-14 0,-1 13 0,14 1 16,-13-14-16,13 13 0,0-12 0,0 12 15,0-13-15,0 14 0,0-14 0,0 0 16,13-13-16,-13 14 0,14-1 0,-1-13 16,0 0-16,0 13 0,0-13 15,1 0-15,-1 0 0,0 0 0,0-13 16,1 13-16,12-13 0,0-1 16,-26 1-16,14 0 0,-1 0 0,-13-1 15,0-12-15,0 13 0,0-1 0,0-12 16,0 13-16,0 0 0,-13-14 15,-1 14-15,14 0 0,-13-1 0,0 1 16,0 13-16,0-13 0,-1 13 16,1 0-16,0-13 0,0 13 0,-1-13 15,1 13-15</inkml:trace>
        </inkml:traceGroup>
      </inkml:traceGroup>
    </inkml:traceGroup>
  </inkml:traceGroup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2:03.157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2586B5E1-7CC1-41E4-95C4-F24F26EF9F7D}" emma:medium="tactile" emma:mode="ink">
          <msink:context xmlns:msink="http://schemas.microsoft.com/ink/2010/main" type="writingRegion" rotatedBoundingBox="9191,5131 9204,22157 8600,22158 8587,5132"/>
        </emma:interpretation>
      </emma:emma>
    </inkml:annotationXML>
    <inkml:traceGroup>
      <inkml:annotationXML>
        <emma:emma xmlns:emma="http://www.w3.org/2003/04/emma" version="1.0">
          <emma:interpretation id="{6B3AC35B-7589-40C9-8452-D1D6DA35E155}" emma:medium="tactile" emma:mode="ink">
            <msink:context xmlns:msink="http://schemas.microsoft.com/ink/2010/main" type="paragraph" rotatedBoundingBox="9191,5131 9204,22157 8600,22158 8587,5132" alignmentLevel="1"/>
          </emma:interpretation>
        </emma:emma>
      </inkml:annotationXML>
      <inkml:traceGroup>
        <inkml:annotationXML>
          <emma:emma xmlns:emma="http://www.w3.org/2003/04/emma" version="1.0">
            <emma:interpretation id="{7AD4E47F-DAC8-4BCE-AA65-D53A171F8965}" emma:medium="tactile" emma:mode="ink">
              <msink:context xmlns:msink="http://schemas.microsoft.com/ink/2010/main" type="line" rotatedBoundingBox="9191,5131 9204,22157 8600,22158 8587,5132"/>
            </emma:interpretation>
          </emma:emma>
        </inkml:annotationXML>
        <inkml:traceGroup>
          <inkml:annotationXML>
            <emma:emma xmlns:emma="http://www.w3.org/2003/04/emma" version="1.0">
              <emma:interpretation id="{12B06403-4B73-459E-B6D7-6137A74D8528}" emma:medium="tactile" emma:mode="ink">
                <msink:context xmlns:msink="http://schemas.microsoft.com/ink/2010/main" type="inkWord" rotatedBoundingBox="9113,5131 9114,5449 8677,5450 8676,5132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2169-1839 0,'40'-40'47,"-27"40"-31,-13-13-16,13 13 15,1 0 1,-1 0 0,0 0-1,-13 13-15,13 0 16,-13 1 0,0-1-16,0 0 0,0 0 15,0 1-15,-13-1 16,13 0-16,-13 0 15,13 1 1,-13-14-16,13 13 0,-14 0 16,1 0-16,13 0 15,-13-13-15,13 14 0,-13-14 16,13 13-16,-13-13 0,-1 13 16,1 0-1,0 1-15,0-14 16,13 13-16,-14-13 15,14 13-15,-13-13 0,13 13 16,0 1 0,13-14 15,1 0-15,-1 0-1,0 0-15,0 0 16,1 0-16,-1 0 15,0 0 1,0 0-16,0 0 16,1 0-1</inkml:trace>
          <inkml:trace contextRef="#ctx0" brushRef="#br0" timeOffset="838.8026">2421-1827 0,'26'-40'62,"-13"40"-62,-13-13 16,14 13-16,-1 0 16,0 0-16,0 0 15,0 0 1,-13 13-16,0 1 15,14-14-15,-14 13 16,0 0-16,-14-13 0,14 13 16,-26 27-1,13-27-15,13 1 16,-13-14-16,13 13 0,-14 0 0,14 0 16,-13-13-16,13 13 0,-13-13 15,13 14-15,-13-1 0,13 0 16,-14-13-16,14 13 15,0 1 1,-13-14-16,13 13 16,13-13-16,-13 13 31,14-13-31,-1 0 0,0 0 16,0 0-16,1 0 15,-1 0-15,0 0 16,0 0-1,0 0-15,-13-13 141</inkml:trace>
        </inkml:traceGroup>
        <inkml:traceGroup>
          <inkml:annotationXML>
            <emma:emma xmlns:emma="http://www.w3.org/2003/04/emma" version="1.0">
              <emma:interpretation id="{324D2830-02B5-4D20-A1CB-2C4062D0BDC2}" emma:medium="tactile" emma:mode="ink">
                <msink:context xmlns:msink="http://schemas.microsoft.com/ink/2010/main" type="inkWord" rotatedBoundingBox="9047,5779 9048,6123 8664,6124 8663,5780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9353.7626">2116-1178 0,'14'-39'63,"-1"39"-63,0-14 15,0 14 1,-13-13 0,14 13-16,-1 0 15,0 13-15,0-13 16,-13 14-1,13-14-15,-13 13 0,14-13 16,-14 13-16,0 0 16,0 1-16,0-1 15,0 0-15,-14-13 16,14 13-16,-13 1 16,13-1-16,-13-13 15,13 13-15,-13-13 0,13 13 16,-13-13-16,13 13 0,-14-13 15,14 14-15,-13-14 0,13 13 16,-13-13-16,13 13 0,-13-13 16,13 13-16,-14 1 0,1-1 15,13 0-15,-13-13 16,13 13-16,0 0 16,13-13 30,0 0-30,1 0-16,-1 0 16,0-13-16,0 13 15,1 0-15,-1 0 16,0 0-16,0 0 16,0 0-16,1 0 15,-1 0 1,0 0 31,-13-13-32,0 0 1,0 0-16,13 13 0</inkml:trace>
          <inkml:trace contextRef="#ctx0" brushRef="#br0" timeOffset="20204.0513">2381-1231 0,'-26'40'63,"26"-27"-48,0 1-15,0-1 0,-14-13 16,14 13-16,0 0 0,0 1 16,14-14-16,-14 13 15,13-13-15,-13 13 0,13-13 16,0 0-16,0 13 16,1-13-1,-1 0-15,0 0 16,0 0-1,-13-13 1,14 13-16,-14-13 16,0 0-1,-14 13 32,14 13-47,0 0 16,-13 0-16,13 0 15,0 1-15,0-1 16,0 0-16,0 0 0,-13-13 16,13 14-16,0-1 0,0 0 15,0 0-15,0 0 0,13 1 16,-13-1 0,0 0-1,0-26 173,-13 13-188,13-13 15</inkml:trace>
        </inkml:traceGroup>
        <inkml:traceGroup>
          <inkml:annotationXML>
            <emma:emma xmlns:emma="http://www.w3.org/2003/04/emma" version="1.0">
              <emma:interpretation id="{EA280E4D-A65A-4410-823C-7867DD1F5FA6}" emma:medium="tactile" emma:mode="ink">
                <msink:context xmlns:msink="http://schemas.microsoft.com/ink/2010/main" type="inkWord" rotatedBoundingBox="9126,6375 9127,6701 8633,6702 8632,6376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14211.6862">2112-604 0,'0'9'62,"0"0"-62,-9-1 0,9 1 16,0 0-16,-9-9 0,9 9 16,0 8-1,-8-8-15,8 0 16,0 0-1,8-9 32,1 0-31,0-9 0,0 9-16,0 0 15,-1 0-15,1 0 16,-9 9-16,9-9 0,0 0 15,-9 9 1,9 0-16,-9-1 16,0 1-1,9 0 1,-9 0-16,0 0 16,0-1-1,0 1-15,0 0 0,-9 0 16,9 0-1,0 0-15,0-1 0,-9-8 16,9 9-16,0 0 0,-9-9 16,9 9-16,-9 0 15,9-1 1,-9-8-16,9 9 0,-8-9 16,8 9-16,-9-9 15,0 0 1,0 0-16,0 0 15,1 0 1,-1 0 0,9-9-1,-9 9-15,0 0 16,9-9 46,9 9-62,-9-8 0,9-1 16,0 9 0,-9-9-16,8 9 0,1-9 15,0 0-15</inkml:trace>
          <inkml:trace contextRef="#ctx0" brushRef="#br0" timeOffset="114955.7584">2138-631 0,'62'0'47,"-53"0"-47,0 0 15,0 0 1,0 0-1,-18 0 1,0-8 0,0 8-1,9-9-15</inkml:trace>
          <inkml:trace contextRef="#ctx0" brushRef="#br0" timeOffset="42571.1438">2487-582 0,'-13'-40'47,"-1"40"-16,1 0-31,13 13 16,-13 0-16,13 1 0,-13-1 15,13 0-15,-14 0 16,1 14-16,13-14 16,0 0-16,0 1 0,0-1 15,0 0-15,0 0 16,0 0-16,13-13 15,1 14 1,-1-14-16,0 0 0,0-14 16,1 14-16,-1-13 0,0 0 15,0 0-15,0 0 16,-13-1-16,14 1 0,-14 0 16,13 0-16,-13-1 0,0 1 0,0 0 15,-13 13-15,13-13 0,-14 13 0,14-14 16,-13 1-16,0 13 0,0 0 15,0 0-15,-1 0 16,1 0-16,0 0 16</inkml:trace>
        </inkml:traceGroup>
        <inkml:traceGroup>
          <inkml:annotationXML>
            <emma:emma xmlns:emma="http://www.w3.org/2003/04/emma" version="1.0">
              <emma:interpretation id="{93C8A8E2-4867-426E-9D2A-F54F672DBF47}" emma:medium="tactile" emma:mode="ink">
                <msink:context xmlns:msink="http://schemas.microsoft.com/ink/2010/main" type="inkWord" rotatedBoundingBox="9192,6983 9193,7292 8589,7293 8588,6984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22531.8765">2174 13 0,'-36'-9'47,"28"9"-47,-1 0 16,0 0-16,0 9 16,0-9-1,1 0 1,-1 0 62,9 9-62,0 0 15,0 0-16,0 0 1,0-1-16,0 1 16,0 0-16,-9-9 15,9 9-15,0 0 0,0-1 16,-9 1-16,9 0 0,0 0 16,0 0-1,-9-9-15,9 9 16,9-9 62,0 0-62,0 0-1,0 8 1,-1-8-16,1 0 15,-9 9-15,9-9 16,0 0-16,-9 9 16,9-9-16,-1 0 15,-8 9-15,9-9 16,-9 9-16,0-1 16,0 1-1,0 0 16,-9 0-15,9 0 0,-8-9-16,-1 9 15,0-9-15,0 8 16,0-8 0,1 9-16,-1-9 15,0 0 1,0 0-16,0 0 15,0 0 1,1 0 0,-1 0-16,0 0 15,9 9 95,9-9-95,-9-9-15,0 0 16,0 1-16,0-1 0,0 0 16,9 0-16,-9 0 15,8 0-15,1 9 16,0-8-16,0 8 15,0 0-15</inkml:trace>
          <inkml:trace contextRef="#ctx0" brushRef="#br0" timeOffset="123390.624">2156 13 0</inkml:trace>
          <inkml:trace contextRef="#ctx0" brushRef="#br0" timeOffset="56479.7062">2593 0 0,'-40'-40'62,"27"40"-46,-1 13-16,1 1 16,0-14-16,13 13 0,-13-13 0,0 13 15,13 0-15,-14 0 0,1-13 0,13 14 16,-13-1-16,13 0 0,0 0 15,-13 1-15,13-1 0,0 0 0,0 0 16,0 1-16,13-1 0,-13 0 16,13-13-16,-13 13 0,13-13 15,1 0-15,-1 13 0,0-13 16,0 0-16,0-13 0,1 13 16,-1 0-16,-13-13 0,13 0 0,0 0 15,14-40 1,-14 13-1,-13 27-15,-13-1 0,13 1 16,-13 13-16,13-13 0,-14 13 16,1 0-16,0-13 0,0 13 15,13-13-15,-14 13 16,14-14-16,0 1 16</inkml:trace>
        </inkml:traceGroup>
        <inkml:traceGroup>
          <inkml:annotationXML>
            <emma:emma xmlns:emma="http://www.w3.org/2003/04/emma" version="1.0">
              <emma:interpretation id="{280B129B-8411-476B-8252-53E815604D15}" emma:medium="tactile" emma:mode="ink">
                <msink:context xmlns:msink="http://schemas.microsoft.com/ink/2010/main" type="inkWord" rotatedBoundingBox="8985,8262 8986,8500 8686,8501 8685,8263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55103.698">2315 1257 0,'44'-9'63,"-35"9"-48,0 9-15,-1-9 16,1 9-16,0-9 15,-9 8-15,0 1 16,9 0-16,-9 0 16,-9 0-16,9 0 15,-9-1-15,-8 10 32,8-9-32,9 0 0,-9-9 0,9 8 0,-9 1 15,9 0-15,-9-9 0,9 9 0,-8 0 16,8 0-16,0-1 15,-9-8-15,9 9 0,0 0 16,9 0-16,-9 0 16,8-9-16,1 8 0,0-8 15,0 0-15,0 9 0,-1-9 0,1 0 16,0 0-16,0 0 16</inkml:trace>
          <inkml:trace contextRef="#ctx0" brushRef="#br0" timeOffset="154508.321">2130 1239 0,'53'0'47,"-45"0"-32,-8 9-15,9-9 0,0 9 0,-9 0 16,9-9-16,-9 8 15,0 1-15,-9 0 16,9 0-16,-9 0 16,0 0-16,1-1 15,-1 1-15,0 0 0,0-9 16,9 9-16,-9 0 0,0-1 16,1 1-16,8 0 15,-9-9-15,9 9 0,0 0 16,-9-9-16,9 9 0,0-1 15,0 1 1,9 0-16,0-9 16,-9 9-1,8-9-15,1 0 0,0 0 16,0 0-16,0 0 16,0 0-16,-1 0 0,1 0 15,0-9-15,0 0 0</inkml:trace>
        </inkml:traceGroup>
        <inkml:traceGroup>
          <inkml:annotationXML>
            <emma:emma xmlns:emma="http://www.w3.org/2003/04/emma" version="1.0">
              <emma:interpretation id="{13265464-174E-4E42-820D-F5E1EE6A2680}" emma:medium="tactile" emma:mode="ink">
                <msink:context xmlns:msink="http://schemas.microsoft.com/ink/2010/main" type="inkWord" rotatedBoundingBox="8976,8862 8977,9109 8677,9110 8676,8863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156511.2816">2315 1839 0,'0'62'31,"0"-54"-31,0 1 16,0 0-16,9-9 0,-9 9 0,9 0 15,-1 0-15,1-9 16,0 0-16,-9 8 16,9-8-16,0 0 0,-1 0 15,1-8-15,0-1 16,-9 0-16</inkml:trace>
          <inkml:trace contextRef="#ctx0" brushRef="#br0" timeOffset="156647.5314">2385 1918 0,'-8'62'31,"8"-53"-31,0 0 16,0-1-16,0 10 0,0-9 0,0 0 15,0 0-15,0-1 16,0 1-16,8 0 0,-8 0 0</inkml:trace>
          <inkml:trace contextRef="#ctx0" brushRef="#br0" timeOffset="155994.7307">2103 1883 0,'53'-26'62,"-35"26"-46,-18 8-16,9-8 15,-1 9-15,-8 0 0,9-9 16,-9 9-16,0 0 16,0-1-16,-9 1 0,9 0 15,-8 0-15,8 0 0,-9-9 16,0 9-16,9-1 0,-9 1 16,0-9-16,9 9 0,-9 0 0,9 0 15,-8-9-15,8 8 0,-9 1 0,9 0 16,0 0-16,0 0 15,9-9 1,-1 9 0,1-9-16,0 0 0,0 0 15,0 0-15,0 0 0,-1 0 0,1 0 16,0 0-16,9 0 16,-9 0-16,-1 0 0,-8-9 0,9 9 15</inkml:trace>
        </inkml:traceGroup>
        <inkml:traceGroup>
          <inkml:annotationXML>
            <emma:emma xmlns:emma="http://www.w3.org/2003/04/emma" version="1.0">
              <emma:interpretation id="{2DF4C200-9440-411D-A8A6-C67143D4BABA}" emma:medium="tactile" emma:mode="ink">
                <msink:context xmlns:msink="http://schemas.microsoft.com/ink/2010/main" type="inkWord" rotatedBoundingBox="9047,9453 9048,9744 8686,9745 8685,9454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158733.2001">2138 2447 0,'18'-8'62,"-9"8"-62,0 0 16,0 0-16,-1 0 0,1 0 0,0-9 15,0 9-15,0 0 0,0 0 16,-1 0-16,1 0 16,0 0-16,0 9 0,0-9 15,-1 8-15,1-8 16</inkml:trace>
          <inkml:trace contextRef="#ctx0" brushRef="#br0" timeOffset="159214.4971">2412 2447 0,'-53'62'62,"44"-53"-62,9 0 16,0 8-16,0-8 0,0 0 0,0 9 15,0-9-15,0-1 0,0 10 0,0-9 16,0 0-16,9-1 0,-9 1 0,0 0 16,9-9-16,-9 9 0,9-9 0,-9 9 15,8-9-15,1 0 16,0 0-16,0-9 0,0 9 0,-9-9 16,9 0-16,-1 0 0,1 1 0,0-10 15,-9 9-15,9-8 0,-9 8 16,9 0-16,-9-9 0,0 9 0,0 1 15,0-1-15,0 0 0,0 0 0,0 0 16,-9 1-16,0 8 0,0 0 16,0 0-16,1 0 15,-1 0-15,9-9 0,-9 9 16</inkml:trace>
          <inkml:trace contextRef="#ctx0" brushRef="#br0" timeOffset="158132.2213">2138 2474 0,'-26'62'47,"26"-54"-32,0 1-15,0 0 16,0 0-1,9-9 1,0 0 0,-1 0-16,1 0 15,0 0-15,0 0 16,0 0-16,0 0 0,-1 0 16,1 9-16,0-9 15,0 9-15,-9-1 16,9-8-1,-9 9-15,0 0 0,0 0 16,0 0 0,0-1-16,0 1 15,-9 0-15,9 0 0,-53 44 78,44-53-62,0 0 0,0 0-1,1 0 1,-1 0 0,0-9-1</inkml:trace>
        </inkml:traceGroup>
        <inkml:traceGroup>
          <inkml:annotationXML>
            <emma:emma xmlns:emma="http://www.w3.org/2003/04/emma" version="1.0">
              <emma:interpretation id="{E9D4C8F3-F1DD-4E61-A464-9EC3691DB131}" emma:medium="tactile" emma:mode="ink">
                <msink:context xmlns:msink="http://schemas.microsoft.com/ink/2010/main" type="inkWord" rotatedBoundingBox="9064,10044 9065,10282 8712,10283 8711,10045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160673.9454">2200 3030 0,'53'-9'63,"-44"9"-63,0 0 16,0 0-16,-1 0 0,1 0 15,0 0-15,0 0 16,0 0-1,0 0-15</inkml:trace>
          <inkml:trace contextRef="#ctx0" brushRef="#br0" timeOffset="160196.3051">2191 3021 0,'-44'53'47,"44"-45"-31,-9-8-16,9 9 0,0 0 15,9-9 1,-9 9-16,9-9 15,-9 9-15,9-9 16,0 0-16,0 9 16,-1-9-16,1 0 15,0 0-15,0 0 0,0 8 16,8 1 15,-17 0-31,0 0 16,0 0-16,0-1 15,0 1-15,0 0 16,-8 0-16,-1 0 16,9 0-16,-9-9 15,9 8-15,-9-8 0,0 9 16,0-9-16,1 9 16,-1-9-16,9 9 0,-9-9 15,0 0-15,0 0 31,9-9-31,0 0 16,-9 9 0,9-9-16,0 1 0</inkml:trace>
          <inkml:trace contextRef="#ctx0" brushRef="#br0" timeOffset="161162.7643">2438 3030 0,'-44'44'63,"35"-27"-63,1-8 15,8 0-15,-9 0 0,9 0 0,0 8 16,-9 18 0,9-17-16,0-9 0,0 0 0,9-9 15,-9 9-15,0-1 0,9-8 16,-9 9-16,8-9 0,1 0 15,0 0-15,0 0 0,0-9 16,0 9-16,-1-8 0,1-1 16,0 0-16,0 0 0,0-9 0,-9 10 15,8-1-15,-8 0 0,9-9 0,-9 10 16,0-1-16,0 0 0,0 0 0,0 0 16,-9 0-16,1 1 15,-10-1 1,9 9-16,0 0 0,1-9 15,-1 9-15</inkml:trace>
        </inkml:traceGroup>
        <inkml:traceGroup>
          <inkml:annotationXML>
            <emma:emma xmlns:emma="http://www.w3.org/2003/04/emma" version="1.0">
              <emma:interpretation id="{4CB74A0F-E3AD-4955-BEFB-C0C2AA4DDC1F}" emma:medium="tactile" emma:mode="ink">
                <msink:context xmlns:msink="http://schemas.microsoft.com/ink/2010/main" type="inkWord" rotatedBoundingBox="9047,11358 9048,11684 8677,11685 8676,11359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233436.6694">2350 4335 0,'-8'44'63,"8"-35"-63,-9 0 15,9-1-15,0 1 0,0 0 0,0 0 16,35 53 31,-26-62-32,0 8-15,-1-8 0,1 0 0,0 0 16,0 0-16,0 0 16,0 0-16,-1-8 0,1-1 15,-9 0-15,9 9 0,-9-9 16,0 0-16,9 9 16,-9-9-16,0 1 15,-9 8 1,9 8-16,-9 1 15,9 0 1,0 0-16,-9 0 0,9 0 0,0-1 16,-8 1-16,8 0 0,0 9 0,0-10 15,0 1-15,-9 0 0,9 9 0,0-9 16,0-1-16,0 1 0,0 0 0,0 0 16,0 0-16,0-1 15,0 1-15,9-9 16,-9 9-16,0-18 31,0 0-31,-9 1 16,9-1-16</inkml:trace>
          <inkml:trace contextRef="#ctx0" brushRef="#br0" timeOffset="232780.7273">2130 4397 0,'44'-45'63,"-35"45"-63,0 0 15,-1 0 1,1 0-16,-9 9 0,9 0 16,-9 0-1,9-9-15,-9 9 0,0 0 0,0-1 16,0 1-16,-9 0 0,9 0 16,0 0-16,-9-1 0,0 1 0,9 0 15,-8 0-15,-1 0 0,9 0 0,-9-1 16,0 1-16,0-9 0,1 9 15,8 0-15,-9 0 0,0-1 0,0 1 16,0 0-16,9 0 0,-9 0 16,9 0-1,53-18 63,-44 9-78,0 0 0,0 0 0,0 0 16,-1-9-16,1 9 16,0 0-16,0 0 15,-9 9 17,9-9-17,-9-9 1,0 0-1</inkml:trace>
        </inkml:traceGroup>
        <inkml:traceGroup>
          <inkml:annotationXML>
            <emma:emma xmlns:emma="http://www.w3.org/2003/04/emma" version="1.0">
              <emma:interpretation id="{ACC594C9-DD55-42FF-901E-3804BE5BB8CB}" emma:medium="tactile" emma:mode="ink">
                <msink:context xmlns:msink="http://schemas.microsoft.com/ink/2010/main" type="inkWord" rotatedBoundingBox="9029,11993 9030,12222 8660,12223 8659,11994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251085.4003">2174 4970 0,'-53'44'63,"44"-44"-63,0 9 15,9 0-15,0-1 0,-8 1 0,8 0 16,0 0-16,8 0 15,1-1-15,0-8 16,0 0-16,0 9 0,0-9 16,-1 0-16,1 0 0,0 0 0,0 9 15,0-9-15,-1 9 16,1 0-16,-9 0 16,0-1-16,0 1 15,-9 0-15,1 0 16,8 0-16,-9-9 0,0 8 15,9 1-15,-9-9 0,0 9 0,1-9 16,-1 0-16,0 0 0,0 0 0,0 0 16,0 0-16,1 0 15,-1-18-15,9 10 0</inkml:trace>
          <inkml:trace contextRef="#ctx0" brushRef="#br0" timeOffset="251621.1453">2386 4979 0,'-62'61'47,"62"-52"-47,0 0 16,0 9-16,0-10 0,0 1 0,0 9 0,0-9 16,0 0-16,9-1 0,-9 1 15,9 0-15,-9 0 0,8-9 0,1 9 16,0-9-16,0 0 0,0 8 0,-1-8 15,1 0-15,0-8 0,0 8 16,0-9-16,0 0 0,-1 0 0,-8 0 16,9 1-16,-9-1 0,0 0 0,0 0 15,0-9-15,0 10 0,0-1 16,-9-9-16,1 9 0,-1 1 0,0-1 16,0 0-16,0-9 0,9 9 0,-9 9 15</inkml:trace>
          <inkml:trace contextRef="#ctx0" brushRef="#br0" timeOffset="251292.9074">2139 4996 0,'61'0'47,"-52"0"-47,0 0 0,0 0 0,0 0 15,17 0-15,36 0 31</inkml:trace>
        </inkml:traceGroup>
        <inkml:traceGroup>
          <inkml:annotationXML>
            <emma:emma xmlns:emma="http://www.w3.org/2003/04/emma" version="1.0">
              <emma:interpretation id="{34CC3CD3-AAEB-4D20-B5BD-CB1DD80A3917}" emma:medium="tactile" emma:mode="ink">
                <msink:context xmlns:msink="http://schemas.microsoft.com/ink/2010/main" type="inkWord" rotatedBoundingBox="9056,12601 9057,12848 8616,12849 8615,12602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271727.8391">2103 5596 0,'-61'53'47,"61"-44"-47,0 0 16,0-1-16,8-8 15,1 9-15,0-9 0,0 9 16,0-9-16,0 0 15,-1 0-15,-8 9 0,9-9 0,0 0 16,0 9-16,0-9 0,0 8 16,-1 1-16,-8 0 15,9 0-15,-9 0 16,0 0-16,0-1 0,-9 1 16,1 0-16,8 0 15,-9-9-15,9 9 0,-9-9 16,0 8-16,0-8 0,0 9 15,1-9-15,-1 0 16,0 0-16,9-9 16,-9 9-16,0-8 0,9-1 15,0 0-15,0 0 0,-9 0 0,9-8 16,0 8-16,0 0 0,0-9 0</inkml:trace>
          <inkml:trace contextRef="#ctx0" brushRef="#br0" timeOffset="272045.1172">2086 5614 0,'62'-27'31,"-54"18"-31,1 9 16,0 0-16,0 0 0,0 9 0,-1-9 15,1 0-15,0 0 0,0 0 16,0 0-16,0 9 0,-1-9 0,1 0 15,0 0-15,0 0 0,35-18 32</inkml:trace>
          <inkml:trace contextRef="#ctx0" brushRef="#br0" timeOffset="272317.9173">2421 5578 0,'-27'194'141,"36"-194"-141,0 0 15,0 0-15,0-8 0,0 8 16,-1-9-16,1 0 0,0 0 0,-9 0 0,9-8 16,-9 8-16,9-9 0,-9 9 15,0-8-15,0 8 0,0 0 0,-9 9 16,0-9-16,9 0 0,-9 9 0,0 0 15,1-8-15,-1 8 0,0 0 16,0 0-16,0-9 0,0 9 0,1-9 16,8 0-16,-9 0 0</inkml:trace>
        </inkml:traceGroup>
        <inkml:traceGroup>
          <inkml:annotationXML>
            <emma:emma xmlns:emma="http://www.w3.org/2003/04/emma" version="1.0">
              <emma:interpretation id="{F34307A8-674C-47CC-9695-06E0585F0F41}" emma:medium="tactile" emma:mode="ink">
                <msink:context xmlns:msink="http://schemas.microsoft.com/ink/2010/main" type="inkWord" rotatedBoundingBox="9033,13915 9034,14193 8823,14194 8822,13916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326534.7051">2328 6932 0,'0'-27'62,"0"14"-31,-13 13-15,0 13 0,-1 0-16,1-13 15,13 14-15,-13-1 16,13 0-16,-13 0 0,13 0 16,0 1-16,0-1 0,0 0 15,0 0-15,0 1 16,0-1-16,0 0 0,0 0 15,13-13-15,-13 14 0,13-1 0,0 0 16,1 0-16,-1 0 16,0-13-16,0 14 15,1-14-15,-1 0 16,0 0-16,0 0 16,-13-14-16,14 14 0,-14-13 15,13 0-15,-13 0 0,13 0 0,-13-1 16,13-12-16,-13-1 15,13 14-15,-13 0 0,0 0 16,0-1-16,-13 1 0,13 0 16,-13 0-16,0 13 15,13-13-15,-13 13 0,-1 0 16,1 0-16,0 0 0,0-14 16,-1 14-16,1 0 0,0 0 15,0 0 1,-1 0-16,14-13 15,-13 13-15</inkml:trace>
        </inkml:traceGroup>
        <inkml:traceGroup>
          <inkml:annotationXML>
            <emma:emma xmlns:emma="http://www.w3.org/2003/04/emma" version="1.0">
              <emma:interpretation id="{8FFD3FDB-3923-4BFB-89B7-12822EE8521E}" emma:medium="tactile" emma:mode="ink">
                <msink:context xmlns:msink="http://schemas.microsoft.com/ink/2010/main" type="inkWord" rotatedBoundingBox="8967,14590 8968,14854 8757,14855 8756,14591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327232.6031">2302 7567 0,'-119'105'110,"119"-91"-110,0 12 0,0-13 0,0 0 15,0 1-15,0-1 0,13 0 16,-13 0-16,13 1 0,0-14 16,-13 13-16,14-13 0,-1 0 0,0 13 15,0-13-15,14 0 16,-27-13-16,13 13 0,0-13 0,0-1 16,1 1-16,-1 0 0,-13 0 0,13-1 15,-13 1-15,13 0 0,-13 0 0,0 0 16,0-1-16,0 1 0,0 0 0,0 0 15,-13-1-15,13 1 0,-13 13 16,13-13-16,-13 13 0,-1-13 0,1 13 16,0 0-16,0 0 15,-1 13-15,1-13 0,0 13 16,0 0-16,0-13 16</inkml:trace>
        </inkml:traceGroup>
        <inkml:traceGroup>
          <inkml:annotationXML>
            <emma:emma xmlns:emma="http://www.w3.org/2003/04/emma" version="1.0">
              <emma:interpretation id="{9BEC097C-112D-4146-BD26-5BEB538ADA7D}" emma:medium="tactile" emma:mode="ink">
                <msink:context xmlns:msink="http://schemas.microsoft.com/ink/2010/main" type="inkWord" rotatedBoundingBox="8981,15105 8982,16018 8743,16019 8742,15106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329182.6969">2169 8294 0,'14'-13'63,"-1"0"-63,0-1 15,0 1-15,1 0 0,-14 0 16,13 13-16,0-13 0,0-1 0,0 1 16,1 0-16,-14 0 0,39-27 31,-39 27-31,14 13 0,-14-14 0,0 28 31,0-1-15,-14-13-16,14 13 0,0 0 0,-13 1 15,13-1-15,0 0 0,0 0 0,0 1 16,-13-1-16,13 0 0,0 0 0,0 0 16,0 1-16,0-1 0,0 0 15,0 0-15,0 1 0,0-1 16,13 0-16,-13 0 0,13 1 15,-13-28 17</inkml:trace>
          <inkml:trace contextRef="#ctx0" brushRef="#br0" timeOffset="329752.6382">2169 8850 0,'80'-93'47,"-67"80"-47,0 0 0,0-1 15,1 1-15,-1 0 0,0-13 0,-13 12 16,13 1-16,1 0 0,-1 0 15,0-1-15,0 28 16,-13-1 0,0 0-16,0 0 15,14 1-15,-14-1 0,0 0 0,0 0 16,0 0-16,0 1 0,0 12 0,0-13 16,0 1-16,0-1 0,0 13 0,0-12 15,0-1-15,0 0 0,0 0 16,0 0-16,0 1 0,0-1 15,0 0-15,0 0 0,-14-13 0,14 14 16,0-1-16,0 0 16,0 0-16,0-26 31,0 0-15,-13 13-1,13-13-15</inkml:trace>
        </inkml:traceGroup>
        <inkml:traceGroup>
          <inkml:annotationXML>
            <emma:emma xmlns:emma="http://www.w3.org/2003/04/emma" version="1.0">
              <emma:interpretation id="{488404ED-79FB-4DBD-800B-3B196319A811}" emma:medium="tactile" emma:mode="ink">
                <msink:context xmlns:msink="http://schemas.microsoft.com/ink/2010/main" type="inkWord" rotatedBoundingBox="9020,16985 9021,17289 8823,17290 8822,16986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483125.8862">2381 10054 0,'13'-40'47,"-13"27"-31,0 0-1,-13 0 17,0 13-32,0 0 15,-1 0-15,1 0 16,0 0-16,13 13 16,-13-13-16,13 13 0,-14-13 0,14 13 15,-13 1-15,13-1 0,-13-13 16,13 13-16,0 0 0,0 1 0,-13-1 15,13 0-15,0 0 0,0 0 0,0 1 16,0-1-16,13 0 0,-13 0 0,0 1 16,13-1-16,0 0 0,1 0 15,-1-13-15,-13 14 0,13-14 16,0 0-16,1 13 0,-1-26 16,0 13-16,-13-14 0,13 14 15,-13-13-15,14 0 0,-1 0 16,-13-14-16,13 14 0,-13 0 0,0-14 15,0 14-15,13 0 0,-13-14 0,0 14 16,0 0-16,0 0 0,-13-1 16,13 1-16,-13 0 0,0 0 15,-1 13-15,1-13 16,0 13-16,0 0 16,-1 0-1</inkml:trace>
        </inkml:traceGroup>
        <inkml:traceGroup>
          <inkml:annotationXML>
            <emma:emma xmlns:emma="http://www.w3.org/2003/04/emma" version="1.0">
              <emma:interpretation id="{961F4D51-56FF-47A8-AC87-D3CC5496CC34}" emma:medium="tactile" emma:mode="ink">
                <msink:context xmlns:msink="http://schemas.microsoft.com/ink/2010/main" type="inkWord" rotatedBoundingBox="8981,17540 8982,18347 8743,18348 8742,17541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483721.9698">2355 10596 0,'-53'-79'63,"39"79"-63,1 0 16,0 0-16,0 13 0,0 1 15,13-1-15,-14 0 0,14 0 0,-13 0 16,13 1-16,-13 12 0,13-13 15,0 1-15,-13 12 0,13-13 0,0 1 16,0-1-16,13 0 0,-13 0 0,0 0 16,13 1-16,0-1 0,146-92 62,-146 65-46,-13-12-16,0 13 0,14-1 0,-14-12 15,-14 13-15,14-1 0,0 1 0,0 0 16,-13 0-16,13 0 0,-13 13 0,0-14 16,-1 14-16,1 0 0,0 0 15,0 0-15,-1 0 0,14 14 16,-13-14-16</inkml:trace>
          <inkml:trace contextRef="#ctx0" brushRef="#br0" timeOffset="484313.1845">2381 11139 0,'-13'-79'47,"13"65"-47,0 1 15,-13 13-15,13-13 0,-14 13 16,1-13-16,0 13 16,0 0-16,-1 0 0,-105 145 62,119-13-31,0-118-31,14-1 0,-14 0 16,13-13-16,0 0 0,0 0 0,14 0 16,-14 0-16,0-13 0,0 13 15,1-13-15,-1-1 0,0 1 16,0-13-16,-13 13 0,14-1 0,-14 1 16,0-13-16,13 12 0,-13 1 0,0-13 0,0 12 15,-13 1-15,13 0 0,-14 0 16,1 0-16,0-1 15,0 14-15,-1 0 16,1 0-16,0 14 0,0-1 16</inkml:trace>
        </inkml:traceGroup>
        <inkml:traceGroup>
          <inkml:annotationXML>
            <emma:emma xmlns:emma="http://www.w3.org/2003/04/emma" version="1.0">
              <emma:interpretation id="{D9A90C62-F636-46AD-AF81-042748A44157}" emma:medium="tactile" emma:mode="ink">
                <msink:context xmlns:msink="http://schemas.microsoft.com/ink/2010/main" type="inkWord" rotatedBoundingBox="8928,18678 8929,18969 8704,18970 8703,18679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484919.1273">2288 11734 0,'-26'-66'62,"26"53"-62,-13 13 0,0 0 16,-1 0-16,1 0 16,13 13-16,-13 0 0,0-13 0,-1 27 15,14-14-15,-13 0 0,0 0 0,13 14 16,0-14-16,-13 14 0,13-14 0,0 13 16,0-13-16,0 1 0,0-1 15,0 0-15,13-13 0,-13 13 0,13-13 16,0 14-16,1-14 0,-1 13 15,0-13-15,0 0 0,1 0 0,-1-13 16,0 13-16,0 0 0,0 0 0,1-14 16,-1 1-16,0 0 0,0 0 15,-13-14-15,0 14 0,14 0 16,-14-14-16,0 14 16,0-13-16,0 12 0,-14-25 0,14 26 15,-13-1-15,13 1 0,-13 13 0,13-13 16,-13 13-16,-1 0 0,1 0 15,0 0-15,0 13 0,0-13 16</inkml:trace>
        </inkml:traceGroup>
        <inkml:traceGroup>
          <inkml:annotationXML>
            <emma:emma xmlns:emma="http://www.w3.org/2003/04/emma" version="1.0">
              <emma:interpretation id="{6BBA0609-C453-4FED-BD5F-4FD0B2165C34}" emma:medium="tactile" emma:mode="ink">
                <msink:context xmlns:msink="http://schemas.microsoft.com/ink/2010/main" type="inkWord" rotatedBoundingBox="9033,20080 9034,20318 8796,20319 8795,20081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546144.6662">2408 13123 0,'-67'-66'62,"54"66"-62,0 13 0,0-13 16,-1 13-16,1 0 0,0 1 0,0 12 15,0-13-15,13 0 0,-14 14 0,14-14 16,0 0-16,0 14 0,0-14 0,0 0 16,14 14-1,131-40 16,-132-1-31,1 1 16,-1 0-16,0 0 0,0-14 0,-13 14 0,13-14 16,-13 14-16,0 0 0,0 0 15,0 0-15,-13-1 0,0 14 0,0-13 16,0 13-16,-1 0 0,1 0 0,0 0 16,0 0-16,-1 13 0,1-13 0,0 14 15,0-1-15,-1 0 0,1 0 16,0 0-16,13 1 0</inkml:trace>
        </inkml:traceGroup>
        <inkml:traceGroup>
          <inkml:annotationXML>
            <emma:emma xmlns:emma="http://www.w3.org/2003/04/emma" version="1.0">
              <emma:interpretation id="{BED47A82-5BFA-4664-AF48-3A9690354D95}" emma:medium="tactile" emma:mode="ink">
                <msink:context xmlns:msink="http://schemas.microsoft.com/ink/2010/main" type="inkWord" rotatedBoundingBox="8981,20635 8982,20926 8783,20927 8782,20636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546652.6173">2355 13612 0,'-80'0'62,"80"13"-62,-13 1 0,0-1 0,0 0 16,13 14-16,-14-14 0,14 13 15,-13-12-15,13 12 0,0 0 0,0-12 16,0 12-16,0-13 0,13 1 0,-13-1 16,27 0-16,-14-13 15,0 13-15,0-13 0,1 0 0,-1 0 16,0-13-16,0 13 0,1-13 0,-1 13 15,0-13-15,-13-1 0,13-12 0,-13 13 16,14-1-16,-14-12 0,0 13 16,0 0-16,0-14 0,-14 14 0,14 0 15,-13-1-15,13 1 0,-13 0 0,0 0 16,-1 13-16,14-14 0,-13 14 0,0 0 16,0 0-16,-1 14 0,1-1 15,0 0-15,0-13 0,13 13 16,-13 1-16,13-1 0,-14 0 15</inkml:trace>
        </inkml:traceGroup>
        <inkml:traceGroup>
          <inkml:annotationXML>
            <emma:emma xmlns:emma="http://www.w3.org/2003/04/emma" version="1.0">
              <emma:interpretation id="{9A8AB296-479B-4C8A-BF59-6192192384A8}" emma:medium="tactile" emma:mode="ink">
                <msink:context xmlns:msink="http://schemas.microsoft.com/ink/2010/main" type="inkWord" rotatedBoundingBox="8875,21336 8876,21601 8730,21602 8729,21337"/>
              </emma:interpretation>
              <emma:one-of disjunction-type="recognition" id="oneOf19">
                <emma:interpretation id="interp19" emma:lang="" emma:confidence="0.5">
                  <emma:literal>0</emma:literal>
                </emma:interpretation>
                <emma:interpretation id="interp20" emma:lang="" emma:confidence="0">
                  <emma:literal>00</emma:literal>
                </emma:interpretation>
                <emma:interpretation id="interp21" emma:lang="" emma:confidence="0">
                  <emma:literal>O</emma:literal>
                </emma:interpretation>
                <emma:interpretation id="interp22" emma:lang="" emma:confidence="0">
                  <emma:literal>o</emma:literal>
                </emma:interpretation>
                <emma:interpretation id="interp23" emma:lang="" emma:confidence="0">
                  <emma:literal>:</emma:literal>
                </emma:interpretation>
              </emma:one-of>
            </emma:emma>
          </inkml:annotationXML>
          <inkml:trace contextRef="#ctx0" brushRef="#br0" timeOffset="547181.1098">2222 14419 0,'-13'-92'47,"0"92"-31,13 13-16,-27 212 62,41-212-62,-1-13 16,0 0-16,0 0 0,1-13 16,-1 13-16,0-13 0,-13-1 15,13 1-15,0 0 0,-13 0 0,14-1 16,-14-12-16,0 13 0,0-1 0,0 1 16,0-13-16,0 13 0,0-1 0,0 1 15,-14 0-15,1 0 0,0-1 16,0 14-16,0 0 15,-1 14-15,1-14 0,0 13 0,13 0 16,-13 0-16,-1 1 0,1 12 0</inkml:trace>
        </inkml:traceGroup>
        <inkml:traceGroup>
          <inkml:annotationXML>
            <emma:emma xmlns:emma="http://www.w3.org/2003/04/emma" version="1.0">
              <emma:interpretation id="{2BE219AD-316F-4E01-98A0-7DBDF7A5739F}" emma:medium="tactile" emma:mode="ink">
                <msink:context xmlns:msink="http://schemas.microsoft.com/ink/2010/main" type="inkWord" rotatedBoundingBox="8901,21852 8902,22157 8664,22158 8663,21853"/>
              </emma:interpretation>
            </emma:emma>
          </inkml:annotationXML>
          <inkml:trace contextRef="#ctx0" brushRef="#br0" timeOffset="547625.6211">2222 14856 0,'-79'-27'47,"79"41"-32,-13-1-15,-1 13 0,14-13 0,-13 14 16,13-1-16,-13 1 0,13-1 0,0-12 16,13 52-1,67-13 16,-67-53-31,13 0 0,-12-14 0,-1 14 16,13-13-16,-13 0 0,1 0 0,-14-1 16,13-12-16,-13 13 0,13 0 0,-13-1 15,0-12-15,0 13 0,0-1 16,-13 1-16,13-13 0,-13 12 0,-1 1 16,1 13-16,0-13 0,0 0 0,-14 0 15,27-1-15</inkml:trace>
        </inkml:traceGroup>
      </inkml:traceGroup>
    </inkml:traceGroup>
  </inkml:traceGroup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2:46.691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03D20070-56F4-4435-9CD6-7A78F547E132}" emma:medium="tactile" emma:mode="ink">
          <msink:context xmlns:msink="http://schemas.microsoft.com/ink/2010/main" type="writingRegion" rotatedBoundingBox="11298,6362 11263,22118 10708,22117 10742,6361"/>
        </emma:interpretation>
      </emma:emma>
    </inkml:annotationXML>
    <inkml:traceGroup>
      <inkml:annotationXML>
        <emma:emma xmlns:emma="http://www.w3.org/2003/04/emma" version="1.0">
          <emma:interpretation id="{C902E8D3-6709-418A-BF51-5593778A1DD5}" emma:medium="tactile" emma:mode="ink">
            <msink:context xmlns:msink="http://schemas.microsoft.com/ink/2010/main" type="paragraph" rotatedBoundingBox="11298,6362 11263,22118 10708,22117 10742,6361" alignmentLevel="1"/>
          </emma:interpretation>
        </emma:emma>
      </inkml:annotationXML>
      <inkml:traceGroup>
        <inkml:annotationXML>
          <emma:emma xmlns:emma="http://www.w3.org/2003/04/emma" version="1.0">
            <emma:interpretation id="{F5892503-694F-460A-9BF4-59BC71A18ACC}" emma:medium="tactile" emma:mode="ink">
              <msink:context xmlns:msink="http://schemas.microsoft.com/ink/2010/main" type="line" rotatedBoundingBox="11298,6362 11263,22118 10708,22117 10742,6361"/>
            </emma:interpretation>
          </emma:emma>
        </inkml:annotationXML>
        <inkml:traceGroup>
          <inkml:annotationXML>
            <emma:emma xmlns:emma="http://www.w3.org/2003/04/emma" version="1.0">
              <emma:interpretation id="{06059DD4-6AB2-4ACF-BBAA-2B5F074E88FF}" emma:medium="tactile" emma:mode="ink">
                <msink:context xmlns:msink="http://schemas.microsoft.com/ink/2010/main" type="inkWord" rotatedBoundingBox="11204,6362 11203,6614 10793,6613 10794,6361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4220-609 0,'40'-53'47,"-27"53"-32,0 0-15,0 0 16,0 0-16,-13 14 16,14-14-16,-14 13 15,13-13-15,-13 13 0,0 0 16,0 0-16,0 1 15,0-1-15,-13 0 16,13 0-16,-14 1 16,1-1-16,13 0 0,-13-13 15,13 13-15,-13-13 0,0 14 16,13-1-16,-14-13 16,14 13-16,-13-13 0,13 13 15,0 0 1,0 1 15,13-14-15,1 0-1,-1 0-15,0 0 16,0 0-16,0 0 0,1 0 16,-1-14-16,0 14 15,0 0 1,1 0-1,-14-13-15</inkml:trace>
          <inkml:trace contextRef="#ctx0" brushRef="#br0" timeOffset="433.7581">4445-450 0,'92'-93'63,"-92"80"-63,14 0 15,-1 13-15,-13-13 0,13-1 16,-13 1-16,13 0 0,-13 0 15,13 0-15,-13-1 16,0 28 0,0-1-1,0 0 1,0 0-16,0 0 0,0 1 16,0-1-16,0 0 0,0 0 0,0 1 15,0-1-15,0 0 0,0 0 16,0 1-16,14-1 0,-14 0 15,0 0-15,0 0 16,0 1-16,13-14 16</inkml:trace>
        </inkml:traceGroup>
        <inkml:traceGroup>
          <inkml:annotationXML>
            <emma:emma xmlns:emma="http://www.w3.org/2003/04/emma" version="1.0">
              <emma:interpretation id="{E2EB00B0-AC35-40A2-B08F-7715D2942579}" emma:medium="tactile" emma:mode="ink">
                <msink:context xmlns:msink="http://schemas.microsoft.com/ink/2010/main" type="inkWord" rotatedBoundingBox="11297,6931 11296,7302 10740,7301 10741,692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19227.9582">4577-13 0,'-26'66'62,"26"-53"-15,13-13-16,0 0 1,-13 13-32,13-13 15,0 0-15,-13 13 16,14-13-16,-1 14 16,-13-1-1,0 0 1,13 0-16,-13 1 15,-13-1 1,13 0-16,0 0 16,-13-13-16,13 13 15,-14 1-15,14-1 16,-13-13-16,13 13 16,-13-13-16,13 13 0,-13-13 15,0 0-15,13 14 16,-14-14-1,1 0-15,13-14 16,-13 14-16,13-13 16,-13 13-16,13-13 31,0 0-15,13-1-16,-13 1 15,0 0-15,13 13 16</inkml:trace>
          <inkml:trace contextRef="#ctx0" brushRef="#br0" timeOffset="19762.725">4590-40 0,'27'0'62,"-14"0"-62,-13-13 0,13 13 16,0 0-16,1 0 0,-1 0 15,0-13-15,0 13 16,1 0-16,-14 13 31,-14-13-15,14-13-1,-13 13-15,13-14 0,-13 14 0,13-13 16</inkml:trace>
          <inkml:trace contextRef="#ctx0" brushRef="#br0" timeOffset="17841.9063">4246-27 0,'0'14'63,"0"-1"-48,0 0-15,0 0 16,-13 0 0,13 1-16,0-1 31,13-13 0,1 0-15,-14 13-16,13-13 15,0 0-15,0 0 16,-13 13-16,13-13 16,1 14-16,-14-1 31,13-13-31,-13 13 0,0 0 16,0 1-1,0-1 1,0 0-16,0 0 15,-13 0 1,13 1-16,-14-14 16,14 13-16,-13-13 0,0 13 15,0-13 1,0 0-16,-1 0 16,1 0-1,0 0 1,0 0-16,13-13 15,-14 13-15,1 0 16,13-13-16,-13 13 16,13-14 15,13 14-15,-13-13-16,13 0 15</inkml:trace>
          <inkml:trace contextRef="#ctx0" brushRef="#br0" timeOffset="18406.928">4273-53 0,'106'-13'79,"-93"13"-64,0 0 1,0 0-1,1 0 17</inkml:trace>
        </inkml:traceGroup>
        <inkml:traceGroup>
          <inkml:annotationXML>
            <emma:emma xmlns:emma="http://www.w3.org/2003/04/emma" version="1.0">
              <emma:interpretation id="{3A7A9949-59D1-40AF-89FF-A00FC7AD19AD}" emma:medium="tactile" emma:mode="ink">
                <msink:context xmlns:msink="http://schemas.microsoft.com/ink/2010/main" type="inkWord" rotatedBoundingBox="11209,8281 11207,9101 10828,9100 10830,8280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19801.0884">4282 1283 0,'17'-17'62,"-8"17"-62,0-9 0,0 9 16,0 0-16,-1 9 0,1-9 15,0 0-15,-9 8 16,9-8-16,-9 9 0,9-9 0,-1 9 16,-8 0-16,9 0 15,-9 0-15,-9-1 16,9 1-16,-8 0 15,-1 0-15,0 0 0,0-1 16,0 1-16,1 0 0,-1 0 16,0 0-16,0 0 0,0-1 15,0 1-15,9 0 0,-8 0 16,-1 0-16,9-1 16,0 1-16,9 0 15,-1 0 1,1-9-16,0 0 0,0 0 15,0 0-15,0 0 0,-1 0 16,1 0-16,0 0 0,0 0 0,-9-9 16,9 9-16,-9-9 0,8 0 0,1 1 15,-9-1-15</inkml:trace>
          <inkml:trace contextRef="#ctx0" brushRef="#br0" timeOffset="120204.8483">4476 1416 0,'44'-71'31,"-44"62"-31,9 9 15,-1-17-15,-8 8 0,9 0 16,-9 0-16,9 0 0,0 0 16,-9 1-16,0-1 0,9 9 15,-18 9 17,9-1-32,0 1 15,0 0-15,0 0 0,0 0 0,0 8 16,0-8-16,0 0 0,0 9 0,0-10 15,0 1-15,0 9 0,9-9 16,-9 8-16,0-8 0,8 0 0,-8 9 16,0-10-16,0 10 0,0-9 0,9 9 15,-9-10-15,0 10 0,-9-9 16,9 0-16,0 0 0,0-1 16,0 1-16</inkml:trace>
          <inkml:trace contextRef="#ctx0" brushRef="#br0" timeOffset="121810.2806">4537 1830 0,'62'-9'63,"-53"18"-63,0 0 16,-9 0-1,0 0-15,0-1 16,-9 1-16,0 0 15,0 0-15,0 0 16,1-1 0,-1-8-1,9 9-15,9-9 32,-1 0-17,1 0 1,-9 9-16,9-9 0,0 9 15,0-9-15,-9 9 0,9 0 16,-9-1 0,8-8-16,-8 9 0,0 0 15,-8 0-15,-1 0 16,0-1-16,0 1 16,0-9-16,9 9 0,-9-9 0,1 9 15,-1-9-15,0 0 0,9 9 16,-9-9-16,0 0 0,1 0 0,-1 0 15,0-9 1,9 0 0,0 0-1,0 0-15,9 1 0,-9-1 16,9 9-16</inkml:trace>
          <inkml:trace contextRef="#ctx0" brushRef="#br0" timeOffset="121036.3822">4255 1865 0,'62'-8'47,"-53"8"-31,-9 8-16,9-8 0,-9 9 0,0 0 15,8 0-15,-8 0 0,0-1 16,0 1 0,-8 0-16,8 0 0,-9 0 15,0 0-15,9-1 0,-9 1 16,0 0-16,0 0 0,1 0 15,8-1-15,-9-8 0,9 9 16,0 0-16,-9-9 0,9 9 0,0 0 16,0 0-16,0-1 15,0 1 1,9-9-16,0 0 16,8 0-1,-8 9-15,0-9 16,0 0-16,0 0 0,-1 0 15,1 0-15,0-9 0,0 9 16,0-9-16,-1 1 16,-8-1-16,0 0 0,9 0 0</inkml:trace>
        </inkml:traceGroup>
        <inkml:traceGroup>
          <inkml:annotationXML>
            <emma:emma xmlns:emma="http://www.w3.org/2003/04/emma" version="1.0">
              <emma:interpretation id="{981ECF57-F1A4-47BB-986E-EA2306DA01F4}" emma:medium="tactile" emma:mode="ink">
                <msink:context xmlns:msink="http://schemas.microsoft.com/ink/2010/main" type="inkWord" rotatedBoundingBox="11192,9524 11190,10415 10749,10414 10751,9523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24407.4184">4370 2536 0,'-18'70'47,"18"-61"-32,0 0-15,0 8 0,-9-8 0,9 0 16,0 0-16,0 0 0,0 0 16,0-1-16,0 1 0,0 0 0,0 0 15,0 0-15,0-1 0,0 1 16,0 0-16,0 0 0,0 0 15,9-18 1,-9 0 0,0 0-16,0 0 0</inkml:trace>
          <inkml:trace contextRef="#ctx0" brushRef="#br0" timeOffset="124121.0092">4255 2500 0,'0'9'62,"0"0"-31,-9 9-31,9-10 0,-8 1 0,8 0 0,0 0 16,-9 0-16,9 0 0,0-1 16,0 1-16,0 0 0,0 0 15,0 0-15,0-1 0,9 1 16,-1-9-1,1 0-15,0 0 16,0 0-16,0 0 0,-1 0 0,1 0 16,0-9-16,0 9 0,0 0 15,0 0-15,-9-8 16,8 8-16,1 0 16,-9-9-16,9 9 15,-9-9 1</inkml:trace>
          <inkml:trace contextRef="#ctx0" brushRef="#br0" timeOffset="125709.0782">4202 3162 0,'-9'44'62,"9"-35"-46,9-9-16,0 9 15,0-9 1,0 0-16,0 0 0,-9 8 16,8-8-16,1 0 0,0 9 15,0-9 1,0 9-16,-1-9 15,-8 9-15,9-9 0,-9 9 16,9-9-16,-9 8 0,0 1 16,0 0-16,0 0 15,0 0-15,0 0 16,-9-9-16,9 8 16,-9 1-16,9 0 0,-8-9 15,8 9-15,-9-9 0,0 9 0,0-9 16,0 8-16,1 1 15,-1-9-15,0 0 0,0 0 16,9 9-16,-9-9 0,0 0 16,9-9-16,-8 0 15,8 1 1,0-1 0,-9 0-16,9 0 0</inkml:trace>
          <inkml:trace contextRef="#ctx0" brushRef="#br0" timeOffset="124837.0031">4476 2677 0,'53'-62'46,"-53"53"-46,8 0 16,1 1-16,0-1 0,-9 0 0,9 0 16,0 0-16,-9 0 0,8 1 0,1-1 15,0 0-15,-9 18 32,0 0-17,0-1-15,-9 1 0,9 0 0,0 0 16,-9 9-16,9-10 0,0 10 0,0 0 15,-8-10-15,8 10 0,0 0 0,-9-1 16,9-8-16,0 9 0,0-1 0,0-8 16,0 9-16,0-9 0,0 8 15,0-8-15,0 0 0,0 0 0,0 0 16,0 0-16,0-1 0,-9 1 0,9 0 16,-9-9-16</inkml:trace>
          <inkml:trace contextRef="#ctx0" brushRef="#br0" timeOffset="126220.9656">4211 3135 0,'62'-26'47,"-53"26"-31,-1-9-16,1 9 0,0 0 15,0 0-15,0 0 16,0 0 0,-1 0-16,1 0 15</inkml:trace>
          <inkml:trace contextRef="#ctx0" brushRef="#br0" timeOffset="126770.8835">4458 3091 0,'-9'53'62,"9"-44"-46,0 0-16,0 0 0,0-1 15,9-8 1,-9 9-16,9-9 0,0 9 16,-1-9-16,10 9 15,-9 0 1,0-9-16,-9 9 0,9-1 15,-9 1-15,0 0 0,0 0 16,0 0-16,0-1 16,-9 1-16,9 0 15,-18 9-15,9-18 0,9 9 16,-9-1-16,1 1 0,-1 0 16,0-9-16,9 9 0,-9-9 15,0 0-15,1 0 16,8-9-16,0 0 15,0 0-15,0 1 16,0-1-16,0 0 0,0 0 0</inkml:trace>
          <inkml:trace contextRef="#ctx0" brushRef="#br0" timeOffset="127170.8741">4467 3100 0,'62'-18'47,"-54"18"-47,1 0 15,0 0-15,0-8 0,0 8 0,-1 0 16,1 0-16,0 0 0,0 0 0,0 0 16,-9-9-1</inkml:trace>
        </inkml:traceGroup>
        <inkml:traceGroup>
          <inkml:annotationXML>
            <emma:emma xmlns:emma="http://www.w3.org/2003/04/emma" version="1.0">
              <emma:interpretation id="{04E4CF11-262B-44BF-BE7E-7371954B483C}" emma:medium="tactile" emma:mode="ink">
                <msink:context xmlns:msink="http://schemas.microsoft.com/ink/2010/main" type="inkWord" rotatedBoundingBox="11156,11368 11155,11659 10802,11658 10803,11367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193011.5648">4441 4388 0,'61'-18'47,"-52"18"-32,0 0-15,0 9 16,-9 0-1,0 0-15,0-1 0,0 1 0,0 0 16,0 0-16,-9 0 0,9-1 16,-9 1-16,9 0 0,-9 0 15,9 0-15,-9 0 16,9-1 0,9-8-16,0 9 15,0-9-15,0 0 0,-9 9 16,9-9-16,-1 0 0,-8 9 15,9-9-15,0 9 0,0-1 16,0 1-16,-9 0 16,-36 44 15,28-44-31,-1-9 16,0 0-16,0 0 0,9 9 15,-9-9-15,0 0 0,9-9 16,-8 9-16,8-9 0,0 0 15,0 0-15,0 1 0,0-1 16</inkml:trace>
          <inkml:trace contextRef="#ctx0" brushRef="#br0" timeOffset="192442.1591">4255 4397 0,'53'-45'62,"-44"37"-62,0 8 16,-9 8-16,9-8 15,0 9-15,-9 0 16,8-9-16,-8 9 0,0 0 0,0 0 16,0-1-16,0 1 0,0 0 0,-8 0 15,8 0-15,-9-1 0,9 1 0,-9 0 16,9 0-16,-9 0 0,0 0 16,0-1-16,1 10 0,8-9 0,-9 0 15,0-1-15,0 1 0,0 0 0,9 0 16,-8 0-16,-1 0 0,9-1 15,-9-8-15,9 9 0,0 0 0,0 0 16,0 0 0,9-9-1,0 0-15,-1 0 16,1 0-16,0 0 0,0-9 16,0 9-16,-1 0 0,1 0 15,-9-9-15,9 9 0,0 0 16,0 0-16,-9-9 78</inkml:trace>
        </inkml:traceGroup>
        <inkml:traceGroup>
          <inkml:annotationXML>
            <emma:emma xmlns:emma="http://www.w3.org/2003/04/emma" version="1.0">
              <emma:interpretation id="{F7BC7524-720D-4AC0-97F3-69F048F90211}" emma:medium="tactile" emma:mode="ink">
                <msink:context xmlns:msink="http://schemas.microsoft.com/ink/2010/main" type="inkWord" rotatedBoundingBox="11076,11941 11075,12223 10775,12222 10776,1194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09464.1161">4405 5084 0,'44'-61'47,"-35"52"-47,0 0 0,-9 0 16,9 0-16,-9 1 0,9-1 0,-1 0 15,-8 0-15,0 18 31,0 0-31,0 0 16,-8-1-16,8 10 0,0-9 0,0 9 16,0-10-16,0 10 0,0-9 15,0 8-15,0 1 0,0-9 0,0 0 16,0 8-16,8-8 0,-8 0 0,0 0 16,0 0-16,9-1 0</inkml:trace>
          <inkml:trace contextRef="#ctx0" brushRef="#br0" timeOffset="208924.4065">4211 4917 0,'-9'62'31,"9"-54"-31,0 1 16,0 9-16,0-9 0,0 0 16,0-1-16,0 1 0,9-9 0,-9 9 15,0 0-15,9-9 0,-9 9 0,9-9 16,0 0-16,-9 8 0,9-8 0,-1 0 15,1 0-15,0 0 0,0 0 16,0-8-16,-1 8 16,-8-9-16,9 0 0,0 0 15,-9 0-15,0 1 0</inkml:trace>
          <inkml:trace contextRef="#ctx0" brushRef="#br0" timeOffset="209096.9056">4308 4987 0,'-26'62'31,"17"-53"-31,9 0 0,0 0 16,-9-1-16,9 1 0,0 0 0,0 9 15,0-9-15,0-1 0,0 1 16,0 0-16,0 0 0,0 0 16,0-1-16,0 1 0,0 0 15,9-9-15</inkml:trace>
        </inkml:traceGroup>
        <inkml:traceGroup>
          <inkml:annotationXML>
            <emma:emma xmlns:emma="http://www.w3.org/2003/04/emma" version="1.0">
              <emma:interpretation id="{5796C64A-CB3F-420B-A3A6-A7F3E3AFC89F}" emma:medium="tactile" emma:mode="ink">
                <msink:context xmlns:msink="http://schemas.microsoft.com/ink/2010/main" type="inkWord" rotatedBoundingBox="11059,12620 11058,12885 10749,12884 10750,12619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31622.9896">4220 5596 0,'-18'26'62,"18"-17"-62,-8-9 0,8 9 16,0 0-16,-9 0 0,9 0 16,0-1-16,-9 1 0,9 0 0,0 0 15,0 0-15,0-1 16,0 1-16,9-9 15,-9 9-15,9-9 0,-1 0 16,1 0-16,0 0 0,0 0 16,0 0-16,0-9 15,-1 0-15,1 9 0,-9-8 0,9 8 16,0-9-16,-9 0 0,9 9 16,-18 0 15,9 9-31,-9 0 15,9-1-15,0 1 0,-9 0 0,0 0 16,9 0-16,0 0 0,-8-1 16,8 1-16,0 0 0,0 0 0,-9 0 15,9-1-15,0 1 16,0 0-16,0 0 0,0 0 16,9-9-1,-9-9 1,0 0-1</inkml:trace>
          <inkml:trace contextRef="#ctx0" brushRef="#br0" timeOffset="232350.5535">4370 5737 0,'53'-62'62,"-53"54"-62,9-1 16,0 0-16,-1 0 0,1 0 0,-9 0 15,9 1-15,0-1 0,0 0 16,-9 18 15,-9 0-31,9-1 16,0 10-16,-9-9 0,9 0 0,-9 8 15,9-8-15,0 9 0,0-1 16,0 1-16,-9-9 0,9 9 0,0-10 16,0 10-16,0-9 0,0 8 0,0-8 15,0 0-15,0 0 0,9 0 16,0-9-16,-9 9 16,9-9-16,-9-9 15,0 0-15,0 0 0,0 0 0</inkml:trace>
        </inkml:traceGroup>
        <inkml:traceGroup>
          <inkml:annotationXML>
            <emma:emma xmlns:emma="http://www.w3.org/2003/04/emma" version="1.0">
              <emma:interpretation id="{9818A42C-C3E5-4428-AD50-761D604BBFE1}" emma:medium="tactile" emma:mode="ink">
                <msink:context xmlns:msink="http://schemas.microsoft.com/ink/2010/main" type="inkWord" rotatedBoundingBox="11098,13903 11097,14207 10886,14206 10887,13902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91230.0049">4313 7077 0,'39'-40'47,"-26"27"-47,1 0 16,12 0-16,-13-1 0,1 1 15,-1 0-15,0 0 0,0 0 0,0-1 16,1 1-16,-1 0 0,0 0 16,-13 26 15,-13-13-15,13 13-16,-13 0 0,13 1 15,0-1-15,-14-13 0,14 13 16,0 0-16,0 0 0,0 1 15,0-1-15,0 0 0,0 0 0,0 1 16,0-1-16,0 0 0,0 0 0,0 1 16,0-1-16,14 0 0,-14 0 15,0 0-15,0 1 16,13-14-16,-13 13 16,0-26-1,0-1 1</inkml:trace>
        </inkml:traceGroup>
        <inkml:traceGroup>
          <inkml:annotationXML>
            <emma:emma xmlns:emma="http://www.w3.org/2003/04/emma" version="1.0">
              <emma:interpretation id="{CCD2CF9C-D543-4704-A2CD-01C454143A63}" emma:medium="tactile" emma:mode="ink">
                <msink:context xmlns:msink="http://schemas.microsoft.com/ink/2010/main" type="inkWord" rotatedBoundingBox="11072,14538 11071,14789 10872,14788 10873,14537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292561.3064">4458 7527 0,'-66'-13'62,"53"13"-62,13 13 0,-14-13 0,1 13 16,13 0-16,-13 1 0,13-1 0,-13 0 16,13 0-16,-13 0 0,13 1 15,0-1-15,-14 0 0,14 0 0,0 1 16,0-1-16,0 0 0,14 0 0,-14 0 15,13-13-15,-13 14 0,13-14 0,0 0 16,-13 13-16,13-13 0,1 0 16,-1 0-16,0-13 0,0 13 0,1 0 15,-14-14-15,13 1 0,0 13 0,0-13 16,0 0-16,-13 0 0,14-1 0,-14 1 16,0 0-16,0 0 15,0-1-15,0 1 0,-14 0 16,14 0-16,-13 13 0,0-13 0,0 13 15,13-14-15,-13 14 0,-1 0 16,1 0 0,13 14-16,0-1 15</inkml:trace>
        </inkml:traceGroup>
        <inkml:traceGroup>
          <inkml:annotationXML>
            <emma:emma xmlns:emma="http://www.w3.org/2003/04/emma" version="1.0">
              <emma:interpretation id="{4F2C68A3-70E1-4767-9A20-8766974124EC}" emma:medium="tactile" emma:mode="ink">
                <msink:context xmlns:msink="http://schemas.microsoft.com/ink/2010/main" type="inkWord" rotatedBoundingBox="11058,15093 11057,15358 10846,15357 10847,15092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293213.9352">4392 8069 0,'-93'40'47,"80"-27"-31,13 0-16,0 1 0,-13 12 15,13-13-15,0 1 0,0-1 0,13 0 16,-13 0-16,0 0 0,13 1 16,1-1-16,-14 0 0,13 0 0,0-13 15,0 14-15,0-1 0,1-13 16,-1 0-16,0 0 0,0 0 0,1-13 16,-1-1-16,0 1 0,0 0 15,-13 0-15,13-1 0,-13 1 0,0 0 16,0-13-16,0 12 0,0 1 15,0 0-15,0-14 0,-13 14 0,0 0 16,13 0-16,-13 13 0,13-14 16,-13 14-16,-1 0 0,1 0 15,13 14-15,-13-14 0,0 13 16,-1 0-16,-12 14 16,26-14-16,-13-13 0</inkml:trace>
        </inkml:traceGroup>
        <inkml:traceGroup>
          <inkml:annotationXML>
            <emma:emma xmlns:emma="http://www.w3.org/2003/04/emma" version="1.0">
              <emma:interpretation id="{B1A6CADB-DDFF-4880-B04B-7EE43C13E00E}" emma:medium="tactile" emma:mode="ink">
                <msink:context xmlns:msink="http://schemas.microsoft.com/ink/2010/main" type="inkWord" rotatedBoundingBox="11032,15689 11031,16019 10833,16018 10834,15688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293801.4583">4260 8876 0,'92'-92'32,"-79"78"-32,1 1 0,-1 0 15,0 0-15,-13-14 0,13 14 0,1 13 16,-1-13-16,0 0 15,-13 26 1,0 0 0,0 0-16,0 14 0,-13-14 15,13 0-15,0 14 0,-13-14 0,13 13 16,0-12-16,-14 52 31,14-53-31,0 0 0,0 0 0,0 1 16,0-1-16,0 0 0,14-13 15,-14 13-15,13-13 32,-13-13-32,0 0 15</inkml:trace>
        </inkml:traceGroup>
        <inkml:traceGroup>
          <inkml:annotationXML>
            <emma:emma xmlns:emma="http://www.w3.org/2003/04/emma" version="1.0">
              <emma:interpretation id="{A387BE38-31BB-4B65-8129-A8C8B0EBCB93}" emma:medium="tactile" emma:mode="ink">
                <msink:context xmlns:msink="http://schemas.microsoft.com/ink/2010/main" type="inkWord" rotatedBoundingBox="11164,16998 11163,17276 10912,17275 10913,16997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451703.2288">4537 10080 0,'-26'-53'47,"26"40"-47,-13 13 16,13-13-16,-14-1 0,1 1 15,0 13-15,0 0 16,0 0-16,-1 0 15,1 0-15,0 13 0,0 1 16,13-1-16,-14 13 0,1-12 0,13 12 16,0 1-16,0-14 0,-13 13 0,13 1 15,13-14-15,-13 0 0,0 0 0,13 1 16,1-1-16,-1 0 0,0-13 0,14 0 16,-14 0-16,0 0 0,13 0 15,-12 0-15,-1-13 0,13 0 0,-12-1 16,-1 1-16,-13 0 0,13 0 0,-13-14 15,13 14-15,-13 0 0,0-14 16,0 14-16,0 0 0,-13 0 0,13-1 16,-13 1-16,13 0 0,-13 0 0,-1 13 15,1-14-15,0 14 0,0 0 16,-1 14-16,14-1 16,-13 0-16</inkml:trace>
        </inkml:traceGroup>
        <inkml:traceGroup>
          <inkml:annotationXML>
            <emma:emma xmlns:emma="http://www.w3.org/2003/04/emma" version="1.0">
              <emma:interpretation id="{6DD2A7D8-C8F4-41A3-9AD2-8986F56223E6}" emma:medium="tactile" emma:mode="ink">
                <msink:context xmlns:msink="http://schemas.microsoft.com/ink/2010/main" type="inkWord" rotatedBoundingBox="11098,17527 11097,17845 10872,17844 10873,17526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452208.7467">4484 10622 0,'-26'-105'47,"13"105"-47,13-14 0,-13 14 15,-1 0-15,1 14 0,0-14 16,0 13-16,13 0 0,-14 0 0,1 1 15,0-1-15,0 13 0,0-13 16,13 14-16,-14-14 0,14 14 0,0-14 16,0 13-16,0-12 0,0-1 0,0 0 15,14 0-15,-1 0 0,-13 1 16,13-14-16,0 13 0,14-13 0,-14 0 16,0 0-16,0 0 0,1 0 0,12-13 15,-13 13-15,0-14 0,1 1 0,-1 0 16,-13 0-16,13 0 0,-13-1 0,0 1 15,0-13-15,0 12 0,0-12 0,0 13 16,-13-1-16,13-12 0,-13 13 16,13 0-16,-106 26 47</inkml:trace>
        </inkml:traceGroup>
        <inkml:traceGroup>
          <inkml:annotationXML>
            <emma:emma xmlns:emma="http://www.w3.org/2003/04/emma" version="1.0">
              <emma:interpretation id="{9FF8FDAD-85A5-4F4C-BE5B-A37472ECD11C}" emma:medium="tactile" emma:mode="ink">
                <msink:context xmlns:msink="http://schemas.microsoft.com/ink/2010/main" type="inkWord" rotatedBoundingBox="11099,18136 11097,18996 10845,18995 10847,18135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452645.1769">4432 11178 0,'-80'-66'63,"67"79"-63,0 0 0,0 1 0,-1-1 15,14 13-15,-13-12 0,13 12 16,-13-13-16,13 14 0,0-14 0,0 13 15,0-12-15,13-1 0,-13 0 0,13 0 16,-13 1-16,14-14 0,-1 0 16,0 0-16,0 0 0,14 0 0,-14 0 15,0-14-15,0 14 0,1-13 0,-1 0 16,-13 0-16,13-1 0,-13 1 16,0 0-16,0 0 0,0-14 0,0 14 15,0 0-15,0-14 0,-13 14 0,13 0 16,-13 0-16,-1 13 0,1-14 0,0 14 15,0 0-15,-1 0 0,1 14 16,0-14-16,0 13 0</inkml:trace>
          <inkml:trace contextRef="#ctx0" brushRef="#br0" timeOffset="453066.5139">4273 11879 0,'92'-79'47,"-78"52"-47,-1 14 16,0 0-16,0-14 0,1 14 0,-14 0 15,13 0-15,0-14 0,0 27 0,-13-13 16,0 0-16,13 13 0,-13-13 16,0 26-16,0 0 15,0 0-15,-13 1 16,13 12-16,0-13 0,0 14 0,0-1 15,0-13-15,0 14 0,0-1 0,13 1 16,-13-14-16,0 0 0,14 14 0,-14-14 16,0 0-16,0 0 0,13-13 15,-13 14-15,0-1 0,13-13 16</inkml:trace>
        </inkml:traceGroup>
        <inkml:traceGroup>
          <inkml:annotationXML>
            <emma:emma xmlns:emma="http://www.w3.org/2003/04/emma" version="1.0">
              <emma:interpretation id="{756DCF12-3880-4F33-B1C7-01CBAF2AD015}" emma:medium="tactile" emma:mode="ink">
                <msink:context xmlns:msink="http://schemas.microsoft.com/ink/2010/main" type="inkWord" rotatedBoundingBox="11164,20067 11163,20411 10886,20410 10887,20066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505315.6848">4511 13136 0,'-66'-93'47,"53"93"-32,-1 14-15,1-1 16,0 0-16,0 0 0,-1 1 0,1 12 15,0-13-15,13 14 0,-13-1 0,13-13 16,-13 14-16,13-1 0,0 1 16,0-14-16,13 13 0,-13-12 0,13-1 15,0 0-15,0 0 0,1-13 0,-1 0 16,13 0-16,-12 0 0,12 0 16,-13-13-16,14 13 0,-14-13 0,13 0 15,-12-14-15,-1 14 0,0 0 0,-13-14 16,13 14-16,-13-13 0,0 12 0,0 1 15,0 0-15,-13 0 0,13-1 0,-13 1 16,0 0-16,-14 13 0,14-13 0,0 13 16,-1 0-16,1 0 0,0 0 15,0 13-15,0-13 0,13 13 0,-14 0 16,1-13-16,0 14 0</inkml:trace>
        </inkml:traceGroup>
        <inkml:traceGroup>
          <inkml:annotationXML>
            <emma:emma xmlns:emma="http://www.w3.org/2003/04/emma" version="1.0">
              <emma:interpretation id="{0DB7C605-8723-4CBA-98AA-8FD043CCD421}" emma:medium="tactile" emma:mode="ink">
                <msink:context xmlns:msink="http://schemas.microsoft.com/ink/2010/main" type="inkWord" rotatedBoundingBox="11032,20689 11030,21483 10819,21482 10821,20688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505793.7259">4418 13678 0,'-79'-13'47,"66"13"-47,0 13 0,13 1 0,-14-1 15,1 0-15,13 14 0,-13-14 16,13 13-16,0-13 0,-13 14 0,13-14 15,0 14-15,0-14 0,0 0 0,13 0 16,-13 1-16,13-14 0,-13 13 0,13-13 16,1 0-16,-1 0 0,0 0 15,0 0-15,0 0 0,1-13 0,-1-1 16,0 1-16,0 0 0,1 0 0,-14-14 16,13 14-16,-13 0 0,0-14 0,13 14 15,-13 0-15,0-14 0,-13 14 16,13 0-16,-13 0 0,-1-1 15,1 1-15,0 13 0,0 13 16,-1-13-16,14 14 16,-13-14-16,0 13 0,13 0 0,-13 0 15,13 1-15</inkml:trace>
          <inkml:trace contextRef="#ctx0" brushRef="#br0" timeOffset="506313.6572">4379 14274 0,'0'-93'31,"0"80"-15,-14 0-16,1 13 15,0 0-15,0 0 16,13 13-16,-13 0 0,-1 0 0,1 1 16,0 12-16,13-13 0,-13 14 0,-1-14 15,14 13-15,0 1 0,0-14 16,0 14-16,0-1 0,0-13 0,14 0 16,-1 1-16,0-14 0,-13 13 15,13-13-15,1 0 0,-1 0 0,0-13 16,0 13-16,0-14 0,1 1 15,-14 0-15,13 0 0,-13 0 0,13-14 16,-13 14-16,0 0 0,0-1 0,0 1 16,0-13-16,-13 12 0,13 1 15,-13 0-15,13 0 0,-14 13 0,1-13 16,0 13-16</inkml:trace>
        </inkml:traceGroup>
        <inkml:traceGroup>
          <inkml:annotationXML>
            <emma:emma xmlns:emma="http://www.w3.org/2003/04/emma" version="1.0">
              <emma:interpretation id="{8173FA67-4EBA-45D9-8683-860B936E0E75}" emma:medium="tactile" emma:mode="ink">
                <msink:context xmlns:msink="http://schemas.microsoft.com/ink/2010/main" type="inkWord" rotatedBoundingBox="11085,21827 11084,22118 10793,22117 10794,21826"/>
              </emma:interpretation>
              <emma:one-of disjunction-type="recognition" id="oneOf16">
                <emma:interpretation id="interp16" emma:lang="" emma:confidence="0.5">
                  <emma:literal>.</emma:literal>
                </emma:interpretation>
                <emma:interpretation id="interp17" emma:lang="" emma:confidence="0">
                  <emma:literal>r</emma:literal>
                </emma:interpretation>
                <emma:interpretation id="interp18" emma:lang="" emma:confidence="0">
                  <emma:literal>T</emma:literal>
                </emma:interpretation>
                <emma:interpretation id="interp19" emma:lang="" emma:confidence="0">
                  <emma:literal>-</emma:literal>
                </emma:interpretation>
                <emma:interpretation id="interp20" emma:lang="" emma:confidence="0">
                  <emma:literal>•</emma:literal>
                </emma:interpretation>
              </emma:one-of>
            </emma:emma>
          </inkml:annotationXML>
          <inkml:trace contextRef="#ctx0" brushRef="#br0" timeOffset="506737.8361">4220 15041 0,'93'-106'47,"-80"80"-47,13 12 15,-26 1-15,13-13 0,1 13 16,-1-1-16,-13 1 0,13 13 0,-13-13 15,13 13-15,-13 13 16,14-13-16,-14 13 16,0 14-16,0-14 0,13 0 0,-13 14 15,0-14-15,0 13 0,13-12 0,-13 12 16,0-13-16,0 1 0,13-1 16,-13 0-16,13 0 0,-13 0 0,14-13 15,-14 14-15,0-1 0,13-13 0,-26-13 16</inkml:trace>
        </inkml:traceGroup>
      </inkml:traceGroup>
    </inkml:traceGroup>
  </inkml:traceGroup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0:36.491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77BA7BC1-B000-47C9-90C9-C5E446CCFF4B}" emma:medium="tactile" emma:mode="ink">
          <msink:context xmlns:msink="http://schemas.microsoft.com/ink/2010/main" type="writingRegion" rotatedBoundingBox="7074,5183 7126,22104 6583,22105 6531,5184"/>
        </emma:interpretation>
      </emma:emma>
    </inkml:annotationXML>
    <inkml:traceGroup>
      <inkml:annotationXML>
        <emma:emma xmlns:emma="http://www.w3.org/2003/04/emma" version="1.0">
          <emma:interpretation id="{867880E0-1542-46E0-9EAC-4765C2B21EB3}" emma:medium="tactile" emma:mode="ink">
            <msink:context xmlns:msink="http://schemas.microsoft.com/ink/2010/main" type="paragraph" rotatedBoundingBox="7074,5183 7126,22104 6583,22105 6531,518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D142D50-473A-4226-9186-40C1639B3191}" emma:medium="tactile" emma:mode="ink">
              <msink:context xmlns:msink="http://schemas.microsoft.com/ink/2010/main" type="line" rotatedBoundingBox="7074,5183 7126,22104 6583,22105 6531,5184"/>
            </emma:interpretation>
          </emma:emma>
        </inkml:annotationXML>
        <inkml:traceGroup>
          <inkml:annotationXML>
            <emma:emma xmlns:emma="http://www.w3.org/2003/04/emma" version="1.0">
              <emma:interpretation id="{C0EAD806-925E-40C2-BE96-A021C0F2C9C2}" emma:medium="tactile" emma:mode="ink">
                <msink:context xmlns:msink="http://schemas.microsoft.com/ink/2010/main" type="inkWord" rotatedBoundingBox="6943,5183 6944,5474 6613,5475 6612,5184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39-1642 0,'27'-39'62,"-14"39"-62,-13-14 0,13 1 0,1 0 16,-1 0-16,0 0 16,0-1-16,0 1 0,-13 0 15,14 13-15,-14-13 0,13-1 16,-13 1-16,0 0 16,13 13-16,-13 13 78,-13-13-63,13 13 1,0 1-16,0-1 16,0 0-16,0 0 15,0 1-15,0-1 16,0 0-16,0 0 0,0 0 0,0 1 15,0-1-15,0 0 0,0 0 16,0 1-16,0-1 0,0 0 16,0 0-1,0-26 32,0 0-31,0 0-16,0-1 15,0 1-15,13 13 0,-13-13 16,13 0-16,-13-1 16,14 14-16,-1-13 0</inkml:trace>
          <inkml:trace contextRef="#ctx0" brushRef="#br0" timeOffset="394.9879">251-1655 0,'40'-66'47,"-27"53"-31,-13 0-16,13 13 0,-13-14 0,13 1 15,1 0-15,-14 0 0,13-1 16,0 1-16,-13 0 15,0 26 17,0 0-17,-13-13-15,13 14 0,0-1 0,0 0 16,-13 14-16,13-14 0,0 0 16,0 0-16,0 0 0,0 1 0,0-1 15,0 0-15,0 0 0,0 1 0,0-1 16,0 0-16,0 0 0,0 0 15,0 1-15,0-1 16,-14-13 0,14-13-1,-13-1-15,13 1 0,-13 0 16,0 0-16,0 0 16</inkml:trace>
        </inkml:traceGroup>
        <inkml:traceGroup>
          <inkml:annotationXML>
            <emma:emma xmlns:emma="http://www.w3.org/2003/04/emma" version="1.0">
              <emma:interpretation id="{666C2B1F-82E6-45B4-96CA-04990A354951}" emma:medium="tactile" emma:mode="ink">
                <msink:context xmlns:msink="http://schemas.microsoft.com/ink/2010/main" type="inkWord" rotatedBoundingBox="7075,5777 7076,6056 6600,6058 6599,5779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4113.809">92-1046 0,'14'-14'234,"-14"1"-234,0 0 16,0 0-16,13 13 16,-13-13-16,0-1 0,0 1 0</inkml:trace>
          <inkml:trace contextRef="#ctx0" brushRef="#br0" timeOffset="5099.4337">66-1192 0,'26'-26'78,"-12"12"-78,-1 14 16,-13-13-16,13 13 0,0 0 16,0 0-16,1 0 31,-14 13-31,0 1 15,13-14-15,-13 13 0,0 0 16,0 0 0,-13 1-1,13-1-15,-14-13 16,14 13-16,-13-13 0,13 13 0,-13-13 16,0 14-16,0-1 15,-1-13-15,14 13 16,-13-13-16,13 13 0,-13-13 15,13 13-15,-13-13 16,13 14 0,-14-14-16,1 0 62,13 13-62,13-13 63,1 0-48,-1 13 1,0-13-16,0 0 16,1 0-16,-1 0 15,0 0-15,0 0 16,0 0-16,1 0 0,-1 0 15,0 0-15,0 0 16,1 0-16,-14-13 94,0 0-79,13 13-15,-13-14 0,0 1 16,13 13-16,-13-13 0,13 13 16</inkml:trace>
          <inkml:trace contextRef="#ctx0" brushRef="#br0" timeOffset="6073.6372">344-1232 0,'66'0'47,"-53"0"-31,0 0-16,1 0 16,-1 0-16,0 0 15,0 0 1,-13 14-1,13-14 17,-13 13-1,-13-13-31,0 13 16,0 0-1,0 1-15,-1-1 16,1 0-16,13 0 15,-13-13-15,13 14 16,0-1 0,13-13 62,-13 13-78,13-13 0,1 0 15,-1 0 1,-13 13-16,13-13 0,0 13 16,-13 1-1,13-14-15,-13 13 16,0 0 0,-13 0-1,0-13-15,13 14 16,-13-14-16,0 0 15,13 13-15,-14-13 0,1 0 0,0 0 16,0 0-16,-1 13 0,1-13 16,0 0-16,0 0 15,13-13 17,0 0-32,-14 13 15,14-14-15,0 1 0,-13 0 16,13 0-16</inkml:trace>
        </inkml:traceGroup>
        <inkml:traceGroup>
          <inkml:annotationXML>
            <emma:emma xmlns:emma="http://www.w3.org/2003/04/emma" version="1.0">
              <emma:interpretation id="{E1A52F30-4BE5-4D19-A132-F31CCA732E1D}" emma:medium="tactile" emma:mode="ink">
                <msink:context xmlns:msink="http://schemas.microsoft.com/ink/2010/main" type="inkWord" rotatedBoundingBox="6983,6384 6984,6666 6578,6668 6577,6385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124362.0808">344-622 0,'-27'40'63,"27"-27"-63,-13 0 15,13 0-15,-13 1 16,13-1 0,0 0-16,0 0 15,0 1 1,13-14-1,-13 13-15,13-13 16,0 0-16,1 0 16,-1 0-16,0 0 15,0 0 1,1 0-16,-1 0 31,-13-13-15,0-1-1,0 1 1,0 0 0</inkml:trace>
          <inkml:trace contextRef="#ctx0" brushRef="#br0" timeOffset="197813.4736">48-586 0,'-9'8'62,"9"1"-62,-8-9 16,8 9-16,0 0 0,-9 0 16,9-1-1,0 1-15,-9 0 16,9 0 15,9-9-15,0 0-1,-1 0 1,1 0-16,0 0 16,0 0-16,0 0 15,0 0-15,-1 9 16,1-9 0,-9 9-16,9-9 15,-9 8-15,9 1 16,-9 0-1,0 0-15,0 0 16,0-1-16,0 1 16,-9 0-16,0 0 15,0 0 1,1-9 0,8 9-16,-9-9 0,0 8 15,0-8-15,0 0 16,0 0-1,1 0-15,-1 0 16,0-8-16,0 8 16,9-9-1,0 0 1,0 0 0,0 0-16,9 0 0,-9 1 15,9-1-15,-9 0 0,9 9 16,-9-9-16,8 9 0</inkml:trace>
          <inkml:trace contextRef="#ctx0" brushRef="#br0" timeOffset="198303.9277">39-604 0,'62'0'47,"-53"0"-47,0-9 0,0 9 0,-1 0 15,1-9-15,0 9 0,0 0 16,0 0-16,-9-9 16,-9 9-16,0 0 15,9-8-15,-9 8 0</inkml:trace>
          <inkml:trace contextRef="#ctx0" brushRef="#br0" timeOffset="124669.6031">410-529 0,'0'39'63,"-13"-25"-63,13-1 15,0 0-15,0 0 0,0 0 16,0 1-16,-14-14 0,14 13 16,0 0-16,0 0 15,0 1 1,0-28 62,0 1-78,0 0 16,0 0-1,0-1-15</inkml:trace>
        </inkml:traceGroup>
        <inkml:traceGroup>
          <inkml:annotationXML>
            <emma:emma xmlns:emma="http://www.w3.org/2003/04/emma" version="1.0">
              <emma:interpretation id="{7C3736D3-32D2-4C01-9487-12786417B7D1}" emma:medium="tactile" emma:mode="ink">
                <msink:context xmlns:msink="http://schemas.microsoft.com/ink/2010/main" type="inkWord" rotatedBoundingBox="6996,7022 6997,7326 6574,7328 6574,7024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139535.3233">291 198 0,'66'-66'63,"-66"53"-63,13 0 0,0-1 16,1 1-16,-14 0 15,13 13 1,-13 13 31,0 0-32,0 1-15,0-1 16,0 0-16,0 0 0,0 1 0,0-1 16,0 0-16,0 0 0,0 0 15,0 1-15,0-1 0,0 0 16,13-13-16,-13 13 0,0 1 15,0-28 32,0 1-31,0 0 0,-13 0-16</inkml:trace>
          <inkml:trace contextRef="#ctx0" brushRef="#br0" timeOffset="138999.1806">13 13 0,'-13'-13'63,"26"13"-48,-13 13-15,13-13 16,0 0 0,1 0-16,-1 0 15,0 0-15,0 0 0,1 0 16,-1 0-16,0 0 0,0 0 16,-13 13-16,13-13 0,1 0 15,-14 13 1,0 1 15,-14-14-15,14 13-16,-13 0 15,0-13 1,0 13-16,13 1 16,-13-14-16,13 13 15,-14-13-15,14 13 0,-13-13 16,13 13-16,0 1 31,13-14-15,1 0-1,-1 0-15,0 13 16,0-13 0,0 0-16,-13 13 15,14-13-15,-1 13 16,-13 0-16,0 1 15,0-1 1,0 0-16,-13-13 16,13 13-16,-14-13 0,14 14 15,-13-14-15,0 13 0,0-13 16,0 0-16,-1 13 16,1-13-16,0 0 15,0 0-15,13-13 16,-14 13-16,1 0 15,13-13 1,0-1 0,0 1-16,13 0 15,-13 0-15</inkml:trace>
        </inkml:traceGroup>
        <inkml:traceGroup>
          <inkml:annotationXML>
            <emma:emma xmlns:emma="http://www.w3.org/2003/04/emma" version="1.0">
              <emma:interpretation id="{90146695-38F4-47FB-9805-BB72DC3B9075}" emma:medium="tactile" emma:mode="ink">
                <msink:context xmlns:msink="http://schemas.microsoft.com/ink/2010/main" type="inkWord" rotatedBoundingBox="6912,8289 6913,8518 6578,8519 6577,8291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29420.0481">207 1433 0,'44'-44'47,"-44"35"-47,9 0 0,0 1 0,0-1 16,-1 0-16,-8 0 0,9 0 16,0 1-16,-9-1 0,9 0 15,0 0-15,-9 0 0,9 0 16,-9 1-1,8 8 1,-8 8 0,-8 1-1,8 0-15,0 0 0,0 0 0,0 0 16,0-1-16,0 1 0,-9 0 0,9 9 16,0-10-16,0 1 0,0 0 15,0 0-15,0 0 0,0 0 0,0-1 16,0 1-16,0 0 0,0 0 15,0 0-15,0-1 0,0 1 16,9-9 0,-9 9-16,0-18 31,0 0-15,0 1-16,-9-1 0,9 0 0,0-9 15,0 10-15</inkml:trace>
          <inkml:trace contextRef="#ctx0" brushRef="#br0" timeOffset="228953.411">4 1433 0,'35'-44'62,"-26"44"-62,-9-9 0,9 0 16,0 1-16,0-1 0,-9 0 16,9 0-16,-1 0 0,1 1 0,-9-1 15,9 9-15,-9-9 0,9 9 0,-9-9 16,9 0-16,-1 9 31,-16 0 63,8 9-94,0 0 0,0 0 16,0 0-16,0-1 15,0 1-15,-9 0 0,9 0 16,0 0-16,0-1 0,0 1 0,0 0 15,0 0-15,0 0 0,0 0 0,0-1 16,0 1-16,0 0 0,0 0 16,0 0-16,0-1 0,0 1 15,0 0 1,0 0 0,0-18-1,0 0 1,9 9-16,-9-9 0,0 1 0,0-1 15,8 9-15</inkml:trace>
        </inkml:traceGroup>
        <inkml:traceGroup>
          <inkml:annotationXML>
            <emma:emma xmlns:emma="http://www.w3.org/2003/04/emma" version="1.0">
              <emma:interpretation id="{4DEAEA2C-0782-43E2-B33B-017DF1267611}" emma:medium="tactile" emma:mode="ink">
                <msink:context xmlns:msink="http://schemas.microsoft.com/ink/2010/main" type="inkWord" rotatedBoundingBox="6930,8861 6931,9135 6543,9136 6542,8863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31680.8256">-31 1909 0,'9'-44'47,"0"36"-47,-1-1 16,1 9-1,0 0-15,-9-9 16,9 9-16,0 0 0,-1 0 15,1 0-15,0 0 0,0 0 16,-9 9-16,9-9 0,0 0 0,-9 9 16,8-1-16,-8 1 15,0 0-15,9 0 16,-9 0-16,-9-1 0,9 1 16,-8 0-16,8 0 0,-9-9 15,9 9-15,-9 0 0,9-1 0,-9-8 16,0 9-16,9 0 0,-9 0 0,1 0 15,-1-1-15,9 1 16,-9 0-16,0 0 0,9 0 16,0 0-16,-9-9 0,9 8 0,0 1 15,0 0-15,0 0 16,9-9 15,0 0-15,0 0-16,0 0 0,-1 0 15,1 0-15,-9-9 0,9 9 16,0 0-16,0 0 0,0 0 16,-1 0-1,1 0 17,-9-9-17,0 0-15,0 1 16</inkml:trace>
          <inkml:trace contextRef="#ctx0" brushRef="#br0" timeOffset="232791.0124">242 1839 0,'53'0'63,"-44"0"-63,0 0 15,0 0-15,0 9 16,-1-9-16,1 9 16,0-1-1,-9 1-15,0 0 16,-26 17 15,26-17-31,-9-9 0,0 9 16,0 0-1,0-9 1,9 9-16,-9 0 31,1-1 1,-1-8-17,9 9-15,-9-9 16,9 9-16,-9-9 15,9 9-15,-9-9 16,9 9-16,0-1 47,0-16 0,9 8-32,0 0-15,0 0 16,0 0 0,-1 0-16,1 0 15,0 0 1,-9 8-16,9-8 0,-9 9 16,9-9-16,0 9 15,-9 0 1,0 0-16,8 0 15,-8-1 1,0 1-16,-8-9 16,8 9-16,0 0 15,-9-9-15,0 9 16,0-9-16,9 8 0,-9-8 16,-26 9 15,26-9-31,0 0 0,1 0 15,-1 0 1,0 0 0,0 0-16,0 0 15,9-9 1,-9 9-16,1 0 16</inkml:trace>
        </inkml:traceGroup>
        <inkml:traceGroup>
          <inkml:annotationXML>
            <emma:emma xmlns:emma="http://www.w3.org/2003/04/emma" version="1.0">
              <emma:interpretation id="{5CAD2A9B-CDF9-46D8-995F-DE1C52A2D6A0}" emma:medium="tactile" emma:mode="ink">
                <msink:context xmlns:msink="http://schemas.microsoft.com/ink/2010/main" type="inkWord" rotatedBoundingBox="6921,9531 6922,9797 6561,9799 6561,9533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35079.6725">-13 2509 0,'61'0'62,"-52"0"-46,0 0-16,0 0 0,0 0 16,-1 0-16,1 0 0,0 9 15,-9 0 16,0 0-31,0-1 16,-9 1-16,9 0 0,-9-9 16,1 9-16,8 0 0,-9-9 15,9 9-15,-9-1 0,0-8 0,9 9 16,-9 0-16,0-9 0,9 9 0,-8-9 16,8 9-16,-9-9 15,9 8-15,9-8 16,-1 0-1,1 0 1,0 0-16,0 0 0,0 9 16,0-9-16,-1 9 15,1-9 1,-9 9-16,0 0 16,9-9-16,-9 9 0,0-1 15,-9 1 1,9 0-16,-9-9 15,9 9-15,-8-9 0,-1 9 16,0-9-16,9 8 0,-9-8 16,0 0-16,0 0 0,9 9 0,-8-9 15,-1 0-15,0 0 16,0 0-16,0 0 16,9-9-16,0 1 15,0-1 1,9 0-16,-9 0 0,9 0 15,-9 1-15,9-1 0</inkml:trace>
          <inkml:trace contextRef="#ctx0" brushRef="#br0" timeOffset="235720.5806">251 2668 0,'44'-71'47,"-35"63"-47,-9-1 0,9 9 0,0-9 16,-9 0-16,9 0 0,-9 0 0,8 1 15,-8-1-15,9 0 16,-9 18 31,-9 0-31,9-1-16,0 1 0,0 0 15,0 0-15,0 0 0,-8 26 16,8-26-16,0 0 15,0 8-15,0-8 0,0 0 0,0 9 16,0-10-16,0 1 0,0 0 0,0 0 16,0 0-16,0-1 0,0 1 0,0 0 15,0 0-15,0 0 16,0-18 46,-9 9-62,9-9 0,-9 0 0,0 0 16,9 1-16</inkml:trace>
        </inkml:traceGroup>
        <inkml:traceGroup>
          <inkml:annotationXML>
            <emma:emma xmlns:emma="http://www.w3.org/2003/04/emma" version="1.0">
              <emma:interpretation id="{EEEDB39A-0F5C-45D5-9EC7-964B1374B933}" emma:medium="tactile" emma:mode="ink">
                <msink:context xmlns:msink="http://schemas.microsoft.com/ink/2010/main" type="inkWord" rotatedBoundingBox="6992,10114 6993,10467 6552,10469 6551,10116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38363.4989">313 3091 0,'-9'62'47,"9"-53"-31,-9-9-16,9 9 0,0-1 16,0 1-16,0 0 15,0 0-15,0 0 16,9-9-1,0 0 1,0 0 0,0 9-16,-1-9 15,1 0-15,0 0 16,0 0-16,0 0 16,-1 0-16,1 0 46,-9-9-30,0 0 0,0 0-16,0 0 15</inkml:trace>
          <inkml:trace contextRef="#ctx0" brushRef="#br0" timeOffset="237721.4839">13 3144 0,'62'-17'62,"-53"17"-62,-1 0 0,1 0 16,0 0-16,0 0 0,0 0 16,-1 0-16,1 0 15,0 0-15,-9-9 47</inkml:trace>
          <inkml:trace contextRef="#ctx0" brushRef="#br0" timeOffset="237161.5451">31 3162 0,'-27'17'62,"27"-8"-62,0 0 16,-9-9-16,9 9 0,0 0 16,9-9-1,0 0-15,0 0 16,0 0-16,-1 0 16,1 0-16,0 9 15,0-9-15,0 0 0,0 8 16,-1-8-16,1 9 0,0 0 15,-9 0-15,9-9 16,-9 9-16,9-1 16,-9 1-16,0 0 15,-9-9 1,9 9-16,-9 0 16,-26 8 15,26-8-31,0-9 15,0 0-15,0 9 16,1-9-16,-1 0 16,0 0-16,0 0 15,9-9-15,-9 9 16,1 0-16,8-9 0,-9 1 16,9-1-1</inkml:trace>
          <inkml:trace contextRef="#ctx0" brushRef="#br0" timeOffset="238745.2387">419 3144 0,'-9'35'62,"9"-26"-62,-18 88 47,18-88-47,0 9 0,0-9 0,0 8 16,0-8-16,-9 0 0,9 8 0,0-8 15,0 0-15,0 0 0,0 0 0,0 0 16,0-1-16,-8 1 16,8 0-16,0-18 62,0 0-46,0 1-16,0-1 15,-9 9-15</inkml:trace>
        </inkml:traceGroup>
        <inkml:traceGroup>
          <inkml:annotationXML>
            <emma:emma xmlns:emma="http://www.w3.org/2003/04/emma" version="1.0">
              <emma:interpretation id="{81CA1696-7A64-4E99-A16B-39D12D6AE57F}" emma:medium="tactile" emma:mode="ink">
                <msink:context xmlns:msink="http://schemas.microsoft.com/ink/2010/main" type="inkWord" rotatedBoundingBox="6939,11367 6940,11666 6640,11667 6639,11368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317316.3606">93 4397 0,'0'-27'62,"0"18"-62,8 9 16,-8-9-16,9 9 16,-9-8-16,9 8 15,0 0-15,0 0 16,0 0-16,-1 8 15,1-8-15,-9 9 16,9-9-16,-9 9 0,9-9 16,-9 9-16,0 0 0,0 0 15,0-1-15,-9 1 16,9 0-16,0 0 0,-9 0 0,9-1 16,-9 1-16,9 0 0,-8 0 0,-1-9 15,9 9-15,-9 0 0,0-1 16,9 1-16,-9 0 0,9 0 0,-9 0 15,1-9-15,8 8 0,0 1 0,-9 0 16,0 0-16,9 0 0,-9 0 16,9-1-16,0 1 15,0 0 1,9-9 15,0 0-15,0 0-1,-1 0-15,1 0 16,0 0-16,-9-9 16,9 9-16,0 0 15,0 0-15,-1 0 16,1 0 15</inkml:trace>
          <inkml:trace contextRef="#ctx0" brushRef="#br0" timeOffset="317986.6775">251 4379 0,'18'-18'62,"-9"18"-62,0 0 0,-1 0 0,1 0 16,0 0-16,0 0 0,-9 9 15,9-9-15,0 9 0,-1-9 16,-8 9-16,0 0 16,0-1-16,0 1 15,0 0-15,-8 0 0,-1 0 16,9-1-16,-9-8 0,9 9 15,-9 0-15,9 0 16,-9-9-16,9 9 16,9-9-1,0 0 1,9 9 15,-10-1-31,1 1 16,-9 0-16,9 0 15,-9 0-15,0-1 16,0 1-16,-9 0 16,9 0-16,0 0 0,-9 0 15,1-1-15,8 1 16,-9 0-16,0 0 0,0 0 16,0-9-16,0 0 15,9 8-15,-8-8 16,-1 0-16,0-8 0,0 8 15,0-9-15,1 0 16,8 0 0,-9 9-16,9-9 0</inkml:trace>
        </inkml:traceGroup>
        <inkml:traceGroup>
          <inkml:annotationXML>
            <emma:emma xmlns:emma="http://www.w3.org/2003/04/emma" version="1.0">
              <emma:interpretation id="{CFA72DFE-1DC1-44F0-BBC4-EE4931C4FD00}" emma:medium="tactile" emma:mode="ink">
                <msink:context xmlns:msink="http://schemas.microsoft.com/ink/2010/main" type="inkWord" rotatedBoundingBox="6921,11993 6922,12257 6596,12259 6595,11994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36495.5687">22 4987 0,'61'-17'47,"-53"17"-32,1 0-15,0 0 0,-9 9 0,9-9 16,-1 0-16,-8 8 16,9-8-16,-9 9 0,0 0 15,0 0-15,-9-9 0,9 9 0,0 0 16,-8-1-16,-1 1 0,9 0 16,-9-9-16,9 9 0,-9-9 15,9 9-15,-8-1 0,8 1 16,0 0-1,8-9 1,1 0-16,-9 9 0,9-9 16,0 0-16,-9 9 0,8-9 15,1 0-15,-9 9 0,9-9 16,-9 8-16,0 1 16,-9 0-1,0 0-15,-17 17 31,9-26-31,17 9 0,-9-9 0,0 0 16,1 0-16,8 9 16,-9-9-16,9-9 15</inkml:trace>
          <inkml:trace contextRef="#ctx0" brushRef="#br0" timeOffset="336862.1139">225 5129 0,'44'-71'46,"-35"62"-46,0 0 0,-1 1 0,1-1 16,-9 0-16,9 0 0,0 0 16,-9 0-16,9 9 0,-9-8 15,0 16 1,0 1-16,0 0 16,0 0-16,0 9 0,0-10 0,0 1 15,-9 9-15,9-9 0,0 8 16,0-8-16,0 0 0,0 9 0,9-10 15,-9 10-15,0-9 0,0 0 0,9-1 16,-9 1-16,0 0 0,0 0 16,0 0-16,8 0 0,-8-1 0</inkml:trace>
        </inkml:traceGroup>
        <inkml:traceGroup>
          <inkml:annotationXML>
            <emma:emma xmlns:emma="http://www.w3.org/2003/04/emma" version="1.0">
              <emma:interpretation id="{497FB504-DEB1-418B-A674-67E09F4C04EE}" emma:medium="tactile" emma:mode="ink">
                <msink:context xmlns:msink="http://schemas.microsoft.com/ink/2010/main" type="inkWord" rotatedBoundingBox="6939,12618 6940,12919 6596,12921 6595,12620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357370.4853">243 5781 0,'123'-167'141,"-123"175"-141,0 1 15,0 9-15,0-9 16,0 0-16,0 8 0,-9-8 0,9 9 16,0-1-16,0 1 0,0-9 0,0 8 15,0 1-15,0 0 0,0-10 0,0 10 16,0-9-16,0 0 0,0 0 0,0-1 15,9 1-15,-9 0 0,0 0 16,0-18 0,0 0-16,0 0 0,0 1 0,0-10 15,0 9-15</inkml:trace>
          <inkml:trace contextRef="#ctx0" brushRef="#br0" timeOffset="356965.56">22 5596 0,'62'0'47,"-53"0"-47,-1 9 0,1-9 15,-9 9-15,9-9 0,0 8 16,-9 1-16,0 0 16,0 0-1,0 0-15,-9-9 0,9 9 16,-9-9-16,9 8 15,-9-8-15,9 9 0,-8-9 16,8 9 0,0 0-1,8-9-15,1 9 16,0-9-16,-9 8 16,9-8-16,0 9 0,0 0 15,-9 0-15,0 0 16,0 0-16,0-1 15,-9 1 1,0 0-16,9 0 0,-9-9 16,0 9-16,0-9 0,1 8 0,-1-8 15,0 0-15,0 9 0,0-9 0,0 0 16,1 0-16,-1 0 16,0 0-16,9-9 31,9 1-31,-9-1 15,0 0-15,9 0 0,-9 0 16,8 1-16,1-1 0</inkml:trace>
        </inkml:traceGroup>
        <inkml:traceGroup>
          <inkml:annotationXML>
            <emma:emma xmlns:emma="http://www.w3.org/2003/04/emma" version="1.0">
              <emma:interpretation id="{B5366500-7ED2-40F3-9210-70DE331FAD88}" emma:medium="tactile" emma:mode="ink">
                <msink:context xmlns:msink="http://schemas.microsoft.com/ink/2010/main" type="inkWord" rotatedBoundingBox="6996,13902 6997,14193 6772,14194 6771,13903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405745.8319">317 6932 0,'-13'-53'47,"0"53"-32,0 0 16,-1 0-15,14 13-16,-13-13 16,13 13-16,-13 0 0,13 1 15,-13-14-15,13 13 0,-14 0 0,14 0 16,0 0-16,-13-13 0,13 14 0,0-1 16,0 0-16,0 0 15,0 1-15,0-1 0,13 0 0,1 0 16,-1 1-16,-13-1 0,13-13 15,0 13-15,1 0 0,-1-13 16,-13 13-16,13-13 0,0 14 0,1-14 16,-1 0-16,0 0 0,0 0 15,0 0-15,1-14 0,-14 1 16,13 0-16,-13 0 0,13 0 0,-13-14 16,0 14-16,0 0 0,0-14 15,0 14-15,0 0 0,0-1 0,-13 1 0,13 0 16,-13 0-16,-1 0 15,1 13-15,13-14 0,-13 14 0,0 0 16,0 0-16,13-13 0,-14 13 16,1 0-16,0 0 0,0 0 15,13 13-15</inkml:trace>
        </inkml:traceGroup>
        <inkml:traceGroup>
          <inkml:annotationXML>
            <emma:emma xmlns:emma="http://www.w3.org/2003/04/emma" version="1.0">
              <emma:interpretation id="{D8CE5EBD-9422-4ACC-B39C-5EDF0707411E}" emma:medium="tactile" emma:mode="ink">
                <msink:context xmlns:msink="http://schemas.microsoft.com/ink/2010/main" type="inkWord" rotatedBoundingBox="6917,14523 6918,14775 6733,14776 6732,14524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406316.6654">264 7514 0,'-66'-14'62,"66"28"-62,-13-14 0,13 13 16,-13 0-16,13 0 15,0 1-15,-13-1 0,13 0 0,0 0 16,0 14-16,0-14 0,0 0 0,0 0 16,0 1-16,0-1 0,0 0 0,13 0 15,-13 0-15,13-13 0,0 14 16,0-14-16,120-119 62,-133 105-62,0 1 0,0 0 0,0 0 16,0 0-16,0-1 0,-13 1 0,13 0 16,-14 13-16,1-13 0,0 13 0,0-14 15,-1 14-15,1 0 0,0 0 16,0 0-16,-1 14 0,14-1 15</inkml:trace>
        </inkml:traceGroup>
        <inkml:traceGroup>
          <inkml:annotationXML>
            <emma:emma xmlns:emma="http://www.w3.org/2003/04/emma" version="1.0">
              <emma:interpretation id="{63199A10-A311-4E3E-B999-B96BD27F1DBD}" emma:medium="tactile" emma:mode="ink">
                <msink:context xmlns:msink="http://schemas.microsoft.com/ink/2010/main" type="inkWord" rotatedBoundingBox="6852,15093 6852,15344 6719,15345 6718,15093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406846.0117">145 8307 0,'53'-92'47,"-40"79"-47,-13-1 0,14 1 0,12-40 15,1 0 17,-27 66 15,0 1-47,-14-1 15,14 0-15,0 0 0,0 1 0,0-1 16,0 13-16,0-12 0,0-1 0,0 0 15,0 0-15,0 14 0,0-14 16,0 0-16,0 0 0,0 1 0</inkml:trace>
        </inkml:traceGroup>
        <inkml:traceGroup>
          <inkml:annotationXML>
            <emma:emma xmlns:emma="http://www.w3.org/2003/04/emma" version="1.0">
              <emma:interpretation id="{08190FE4-4250-4B3B-A54E-7178EB7E8801}" emma:medium="tactile" emma:mode="ink">
                <msink:context xmlns:msink="http://schemas.microsoft.com/ink/2010/main" type="inkWord" rotatedBoundingBox="6863,15608 6865,15940 6680,15940 6679,15609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407371.8371">106 8770 0,'26'-26'63,"-26"13"-63,13-1 0,1 1 15,-14 0-15,13 13 0,0-13 0,0 0 16,-13-1-16,13 1 0,1 0 0,-1 0 15,0 13-15,-13-14 0,13 14 16,-13-13-16,14 13 0,-14 13 31,0 1-31,0-1 16,0 13-16,0-12 0,0-1 0,0 0 16,0 13-16,0-12 0,0 12 0,0-13 15,0 14-15,0-14 0,0 0 0,0 1 16,0 12-16,0-13 0,0 0 15,0 1-15,13-1 16</inkml:trace>
        </inkml:traceGroup>
        <inkml:traceGroup>
          <inkml:annotationXML>
            <emma:emma xmlns:emma="http://www.w3.org/2003/04/emma" version="1.0">
              <emma:interpretation id="{C4ADD43D-2B04-4F47-9206-2C43C1B13447}" emma:medium="tactile" emma:mode="ink">
                <msink:context xmlns:msink="http://schemas.microsoft.com/ink/2010/main" type="inkWord" rotatedBoundingBox="6943,16945 6944,17249 6719,17250 6718,16946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551540.0561">278 9975 0,'-14'-53'63,"1"53"-47,0 0-16,0 13 15,13 0-15,-14-13 0,1 14 0,0-1 16,0 13-16,13-13 0,-13 1 0,13 12 15,-14-13-15,14 14 0,0-14 0,0 0 16,0 14-16,0-14 0,14 0 0,-14 0 16,13-13-16,-13 14 0,13-1 0,0-13 15,0 0-15,1 13 0,-1-13 16,0 0-16,0-13 0,1 13 0,12-13 16,-13 13-16,1-14 0,-1 1 0,-13 0 15,13 0-15,-13-14 0,13 14 16,-13 0-16,0-14 0,-185-12 94</inkml:trace>
        </inkml:traceGroup>
        <inkml:traceGroup>
          <inkml:annotationXML>
            <emma:emma xmlns:emma="http://www.w3.org/2003/04/emma" version="1.0">
              <emma:interpretation id="{B79B62B6-F680-4A5D-BC3D-398A587E1782}" emma:medium="tactile" emma:mode="ink">
                <msink:context xmlns:msink="http://schemas.microsoft.com/ink/2010/main" type="inkWord" rotatedBoundingBox="6890,17672 6891,17884 6719,17885 6718,17673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551995.2043">291 10676 0,'-93'-27'62,"93"41"-62,-13-1 0,0 0 0,13 0 16,-13 1-16,13 12 0,-14-13 0,14 0 16,0 1-16,0 12 0,0-13 0,0 1 15,14-14-15,-14 13 0,13-13 0,0 13 16,0-13-16,0 0 16,1 0-16,-1 0 0,0 0 0,0-13 15,1 0-15,-1 13 0,-13-14 0,13-12 16,0 13-16,-13-1 0,0-78 31,0 79-31,-13 13 16,13-14-16,-13 14 0,0 0 15,-1 0-15</inkml:trace>
        </inkml:traceGroup>
        <inkml:traceGroup>
          <inkml:annotationXML>
            <emma:emma xmlns:emma="http://www.w3.org/2003/04/emma" version="1.0">
              <emma:interpretation id="{3C3E3D03-958A-4D42-9984-C70D60BFAB6F}" emma:medium="tactile" emma:mode="ink">
                <msink:context xmlns:msink="http://schemas.microsoft.com/ink/2010/main" type="inkWord" rotatedBoundingBox="6877,18215 6878,18532 6666,18533 6665,18216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545662.3947">92 11390 0,'0'-13'78,"14"13"-78,-14-13 16,13 13-16,-13-13 15,13 13-15,0-14 0,-13 1 0,14 13 16,-1-13-16,0 0 0,-13-1 15,13 14-15,-13-13 0,13 13 0,-13-13 16,14 13-16,-14-13 0,13 13 16,-13-13-16,13 13 78,-13-14-47,13 14 16,-13-13-31,14 0 15,-14 26 16,0 0-32,-14-13-15,14 14 0,0-1 16,0 0-16,0 0 0,0 0 16,0 1-16,0-1 0,0 0 15,14 14-15,-14-14 0,0 0 0,0 0 16,13 0-16,-13 1 0,0-1 0,0 0 15,0 0-15,0 1 0,13-1 0,-13 0 16,0 0 0,0-26 31,-13 13-32</inkml:trace>
        </inkml:traceGroup>
        <inkml:traceGroup>
          <inkml:annotationXML>
            <emma:emma xmlns:emma="http://www.w3.org/2003/04/emma" version="1.0">
              <emma:interpretation id="{4AB2AFF0-18D7-454C-A706-CF00509BCACA}" emma:medium="tactile" emma:mode="ink">
                <msink:context xmlns:msink="http://schemas.microsoft.com/ink/2010/main" type="inkWord" rotatedBoundingBox="6904,18784 6905,19061 6733,19062 6732,18785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552655.2548">264 11787 0,'-53'-13'62,"40"26"-62,13 0 0,-13 1 0,0 12 16,13-13-16,0 0 0,-13 14 16,13-14-16,0 14 0,0-14 0,0 0 15,0 0-15,0 1 0,0-1 0,0 0 16,13 0-16,0 0 16,0-13-16,0 0 0,1 0 15,-1 0-15,0 0 0,0-13 0,1 0 16,-1 0-16,0 0 0,0-1 0,-13-12 15,14 13-15,-14-1 0,0-12 16,0 13-16,0-1 0,0-12 0,0 13 16,0 0-16,-14-1 0,14 1 0,-13 0 15,0 13-15,0 0 0,13-13 16,-14 13-16,1 0 0,0 13 0,0-13 16,13 13-16,-14-13 0</inkml:trace>
        </inkml:traceGroup>
        <inkml:traceGroup>
          <inkml:annotationXML>
            <emma:emma xmlns:emma="http://www.w3.org/2003/04/emma" version="1.0">
              <emma:interpretation id="{700E69AD-6125-4E3A-A46D-F59D2A792DB7}" emma:medium="tactile" emma:mode="ink">
                <msink:context xmlns:msink="http://schemas.microsoft.com/ink/2010/main" type="inkWord" rotatedBoundingBox="6996,20080 6997,20384 6746,20385 6745,20081"/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630412.9708">317 13110 0,'-39'-53'47,"25"53"-32,1 0-15,0 0 16,13 13-16,-13 0 0,-1 0 0,14 1 15,-13-1-15,13 0 0,-13 13 0,13-12 16,-13 12-16,13-13 0,0 14 16,0-14-16,0 14 0,0-14 0,13 0 15,-13 0-15,13 0 0,0 1 0,1-14 16,-1 13-16,0-13 0,0 0 0,14 0 16,-14-13-16,14 13 0,-14-14 0,0 1 15,0 0-15,0 0 0,1-14 16,-1 14-16,-13 0 0,0-14 0,13 14 15,-26 0-15,13-14 0,0 14 0,0 0 16,-13 0-16,-1 13 0,1-13 0,0 13 16,0 0-16,0 0 0,-1 0 0,-12 0 15,13 0-15,-1 13 0,1 0 16,0 0-16,0 0 16,-1 1-16,14-1 0,0 0 0,0 0 15</inkml:trace>
        </inkml:traceGroup>
        <inkml:traceGroup>
          <inkml:annotationXML>
            <emma:emma xmlns:emma="http://www.w3.org/2003/04/emma" version="1.0">
              <emma:interpretation id="{40C103CE-D0E5-449B-AAFC-67E1679A9275}" emma:medium="tactile" emma:mode="ink">
                <msink:context xmlns:msink="http://schemas.microsoft.com/ink/2010/main" type="inkWord" rotatedBoundingBox="6930,20701 6931,20966 6719,20967 6718,20702"/>
              </emma:interpretation>
              <emma:one-of disjunction-type="recognition" id="oneOf20">
                <emma:interpretation id="interp20" emma:lang="" emma:confidence="0.5">
                  <emma:literal>o-0</emma:literal>
                </emma:interpretation>
                <emma:interpretation id="interp21" emma:lang="" emma:confidence="0">
                  <emma:literal>or0</emma:literal>
                </emma:interpretation>
                <emma:interpretation id="interp22" emma:lang="" emma:confidence="0">
                  <emma:literal>00</emma:literal>
                </emma:interpretation>
                <emma:interpretation id="interp23" emma:lang="" emma:confidence="0">
                  <emma:literal>o0</emma:literal>
                </emma:interpretation>
                <emma:interpretation id="interp24" emma:lang="" emma:confidence="0">
                  <emma:literal>Or0</emma:literal>
                </emma:interpretation>
              </emma:one-of>
            </emma:emma>
          </inkml:annotationXML>
          <inkml:trace contextRef="#ctx0" brushRef="#br0" timeOffset="630889.5908">264 13692 0,'-105'39'78,"105"-25"-78,-14 12 0,14-13 16,0 14-16,0-14 0,0 13 0,0 1 16,0-14-16,0 0 0,14 1 15,-1-1-15,0 0 0,0-13 16,0 0-16,14 0 0,-14 0 0,0 0 16,1-13-16,12 0 0,-13 13 0,1-14 15,-14-12-15,13 13 0,0-1 16,-13-12-16,0 13 0,0-14 0,0 14 15,0 0-15,0-14 0,-13 14 0,0 0 16,-1 0-16,1 13 0,0-14 0,0 14 16,-1 0-16,1 0 0,0 0 15,0 0-15,-1 14 0,1-14 0,13 13 16,-13 0-16,0 0 0</inkml:trace>
        </inkml:traceGroup>
        <inkml:traceGroup>
          <inkml:annotationXML>
            <emma:emma xmlns:emma="http://www.w3.org/2003/04/emma" version="1.0">
              <emma:interpretation id="{873AB3E3-7958-4D3F-A343-72987CA38CBD}" emma:medium="tactile" emma:mode="ink">
                <msink:context xmlns:msink="http://schemas.microsoft.com/ink/2010/main" type="inkWord" rotatedBoundingBox="6942,21310 6944,22104 6641,22105 6639,21311"/>
              </emma:interpretation>
            </emma:emma>
          </inkml:annotationXML>
          <inkml:trace contextRef="#ctx0" brushRef="#br0" timeOffset="631449.5094">66 14485 0,'93'-79'32,"-80"66"-32,0 0 0,0-1 15,0-12-15,1 13 0,-1 13 0,-13-14 16,13 1-16,-13 0 15,13 13-15,-13 13 16,-13 0 0,13 1-16,0 12 0,0-13 0,0 1 15,0 12-15,0-13 0,0 14 16,0-14-16,0 0 0,0 0 0,0 14 0,0-14 16,0 0-16,0 1 0,0-1 15,13 0-15,-13 0 0,0 0 16,-13-13-1</inkml:trace>
          <inkml:trace contextRef="#ctx0" brushRef="#br0" timeOffset="631903.6446">225 14790 0,'-53'92'47,"53"-79"-32,0 1-15,0 12 0,0-13 0,0 14 16,0-14-16,0 0 0,0 1 16,13-1-16,-13 0 0,13 0 0,0 0 15,1-13-15,-1 0 16,-13 14-16,13-14 0,0 0 0,1-14 16,-1 14-16,0-13 0,0 13 15,1-13-15,-1 0 0,0 0 0,-13-1 16,13-12-16,-13 13 0,0-14 0,0 1 15,0 12-15,0-12 0,0 13 16,-13 0-16,13-14 0,-13 27 0,0-13 16,13 0-16,-14 13 0,1 0 0,0 0 15,0 0-15,-1 0 0,1 0 0,0 0 16,0 0-16,13-14 0,-14 14 16,1-13-16</inkml:trace>
        </inkml:traceGroup>
      </inkml:traceGroup>
    </inkml:traceGroup>
  </inkml:traceGroup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31:32.896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C30B096A-C284-47CD-BC70-C7D89705244B}" emma:medium="tactile" emma:mode="ink">
          <msink:context xmlns:msink="http://schemas.microsoft.com/ink/2010/main" type="writingRegion" rotatedBoundingBox="17558,13851 17425,22173 16984,22166 17117,13844"/>
        </emma:interpretation>
      </emma:emma>
    </inkml:annotationXML>
    <inkml:traceGroup>
      <inkml:annotationXML>
        <emma:emma xmlns:emma="http://www.w3.org/2003/04/emma" version="1.0">
          <emma:interpretation id="{A01A61C9-837D-44B5-8CF9-B28410E39F1A}" emma:medium="tactile" emma:mode="ink">
            <msink:context xmlns:msink="http://schemas.microsoft.com/ink/2010/main" type="paragraph" rotatedBoundingBox="17558,13851 17425,22173 16984,22166 17117,138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03B33428-A94F-48CF-8603-9C8367D51DDC}" emma:medium="tactile" emma:mode="ink">
              <msink:context xmlns:msink="http://schemas.microsoft.com/ink/2010/main" type="line" rotatedBoundingBox="17558,13851 17425,22173 16984,22166 17117,13844"/>
            </emma:interpretation>
          </emma:emma>
        </inkml:annotationXML>
        <inkml:traceGroup>
          <inkml:annotationXML>
            <emma:emma xmlns:emma="http://www.w3.org/2003/04/emma" version="1.0">
              <emma:interpretation id="{1F466EEB-5801-46FC-BF8A-1FFBAA1D5DE3}" emma:medium="tactile" emma:mode="ink">
                <msink:context xmlns:msink="http://schemas.microsoft.com/ink/2010/main" type="inkWord" rotatedBoundingBox="17453,13850 17447,14196 17165,14191 17171,13845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0 13 0,'0'14'63,"14"-14"-47,-1 0-1,0 0-15,0 0 16,1 0-16,-1 0 0,0 0 15,0 0-15,0 0 0,1 0 16,-1 0-16,0 0 0,0 0 16,1-14-16,-1 14 0,0 0 15,0 0-15,0 0 0,1 0 16,-1-13 0,0 13-16,-13 13 78,0 1-47,-13-14-31,13 13 0,-13-13 16,13 13-16,-14 0 0,1 1 15,0-1 1,13 0-16,-13-13 0,0 13 0,13 0 15,-14-13-15,14 14 0,0-1 0,-13-13 16,13 13-16,-13-13 16,13 13-16,13-13 62,0 0-46,1 0-16,-1 0 15,0 0-15,0 0 16,0 14 0,1-14-16,-14 13 15,13-13-15,-13 13 0,0 0 16,13-13-16,-13 14 0,0-1 16,-13 0-16,13 0 15,-13 0-15,-1 1 16,1-1-1,0-13-15,0 0 0,13 13 16,-13-13-16,-1 0 0,1 0 16,0 0-16,0 0 15,13-13-15,-14 13 0,1 0 16,13-13-16,-13 13 0</inkml:trace>
        </inkml:traceGroup>
        <inkml:traceGroup>
          <inkml:annotationXML>
            <emma:emma xmlns:emma="http://www.w3.org/2003/04/emma" version="1.0">
              <emma:interpretation id="{4F19888C-9C46-46AB-8936-89B27A2E81DA}" emma:medium="tactile" emma:mode="ink">
                <msink:context xmlns:msink="http://schemas.microsoft.com/ink/2010/main" type="inkWord" rotatedBoundingBox="17396,14433 17390,14817 17101,14813 17108,14428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313.9163">-66 768 0,'0'27'62,"27"-27"-62,-14-13 0,0 13 16,0-14-16,1 14 0,12-13 16,-13 0-16,1 0 0,12 0 0,-13-1 15,14 1-15,-14 0 0,0 0 0,0-1 16,1 1-16,-1 13 0,0-13 0,-13 0 16,13-1-16,-13 1 15,0 26 1,-13-13-1,13 14-15,0-1 0,-13 0 0,13 14 16,-13-14-16,13 0 0,-14 14 0,14-14 16,0 13-16,0-13 0,0 14 0,-13-1 15,13-12-15,0 12 0,0-13 16,0 1-16,0-1 0,0 0 0,0 0 16,0 0-16,13-13 0,-13 14 0,0-1 15,0-26 32</inkml:trace>
        </inkml:traceGroup>
        <inkml:traceGroup>
          <inkml:annotationXML>
            <emma:emma xmlns:emma="http://www.w3.org/2003/04/emma" version="1.0">
              <emma:interpretation id="{8A8AFF7E-1F81-4B72-A6FE-2CB6CF958782}" emma:medium="tactile" emma:mode="ink">
                <msink:context xmlns:msink="http://schemas.microsoft.com/ink/2010/main" type="inkWord" rotatedBoundingBox="17538,15069 17523,16026 17090,16019 17105,15062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7009.525">80 1852 0,'-13'0'63,"-1"0"-63,14 14 0,-13-14 16,13 13-16,-13 0 0,13 0 15,-13-13-15,13 13 0,0 1 16,0-1-1,13-13 1,0 0 0,-13 13-16,13-13 0,1 0 15,-1 0-15,0 13 0,0-13 16,0 0-16,1 14 0,-1-1 16,0-13-16,-13 13 15,13 0-15,-13 0 16,14-13-1,-14 14-15,0-1 16,0 0 0,-14-13-1,14 13-15,-13-13 0,13 14 16,-13-1-16,0 0 0,-1-13 16,1 13-16,0-13 15,0 14-15,0-14 0,-1 13 16,1-13-16,0 0 0,0 0 0,-1 0 15,1 0 1,0 0-16,0 0 16,13-13-16,-14 13 0,14-14 15,-13 14-15,13-13 32,-13 0-32,13 0 0,0-1 15,0 1-15</inkml:trace>
          <inkml:trace contextRef="#ctx0" brushRef="#br0" timeOffset="4243.6456">-26 1244 0,'0'-14'47,"13"14"0,0 0-47,1 0 16,-1 0-16,0 0 0,0 0 15,14 0-15,-14 0 0,0 0 0,0 0 16,1 0-16,-1 0 0,0-13 15,0 13-15,1 0 0,-1 0 0,0 0 0,0 0 16,0 0 0,-13 13-1,0 1 32,-13-14-31,13 13-16,-13 0 0,0 0 15,0-13-15,13 14 16,-14-14-16,1 13 0,13 0 0,-13-13 16,0 13-16,-1 1 0,1-1 15,0 0-15,13 0 16,-13-13-16,26 0 47,0 0-47,0 0 15,1 0-15,-1 0 0,0 13 16,0-13-16,1 0 16,-14 14-16,13-14 0,0 13 15,-13 0 1,13-13-16,-13 13 0,0 1 16,-13-14-16,13 13 0,-13 0 15,0 0-15,13 1 16,-14-14-16,1 13 0,0-13 0,13 13 15,-13-13-15,-1 13 0,1-13 16,0 0-16,0 0 16,0 0-16,-1 0 15,1 0-15,0 0 16,13-13-16,-13 0 0,13 0 16,-14-1-16</inkml:trace>
          <inkml:trace contextRef="#ctx0" brushRef="#br0" timeOffset="7546.8113">40 1826 0,'79'-13'63,"-52"13"-63,-14-14 0,0 14 16,1 0-16,12 0 0,-13 0 0,0 0 15,1 0-15,-1 0 0,0 0 16,0 0-16,1 0 0,-1 14 0,0-14 15,0 0-15,-13 13 16,14-13-16,-14 13 16</inkml:trace>
        </inkml:traceGroup>
        <inkml:traceGroup>
          <inkml:annotationXML>
            <emma:emma xmlns:emma="http://www.w3.org/2003/04/emma" version="1.0">
              <emma:interpretation id="{B634FEB8-FC23-428E-9043-A3095052801A}" emma:medium="tactile" emma:mode="ink">
                <msink:context xmlns:msink="http://schemas.microsoft.com/ink/2010/main" type="inkWord" rotatedBoundingBox="17388,17000 17375,17822 17089,17817 17102,16995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25603.3824">-13 3228 0,'53'-53'62,"-40"53"-62,1-13 16,-1 13-16,0 0 0,0 0 0,0-13 16,1 13-16,-1 0 0,0 13 15,0-13-15,1 13 16,-1 0-16,0 1 16,-13-1-16,0 0 0,0 0 15,-13 1-15,13-1 0,0 0 16,-13 0-16,-1-13 0,1 13 0,13 1 15,-13-1-15,0 0 0,-1 0 0,1-13 16,0 14-16,13-1 0,-13-13 0,0 13 16,-1 0-16,1-13 15,0 14-15,0-1 0,13 0 16,-14-13-16,14 13 16,0 0 15,14-13 0,-14 14-31,13-14 0,0 0 16,0 0-16,1 0 0,-1 0 15,0 13-15,0-13 0,0 0 16,1 0-16,-1 0 0,0 0 0,0-13 16,1 13-16,-1 0 15,0 0 1,-26 0 124,13-14 157,-13 14-31</inkml:trace>
          <inkml:trace contextRef="#ctx0" brushRef="#br0" timeOffset="26493.861">93 3757 0,'13'-26'62,"-13"13"-46,-13-27 31,0 40-31,0 0-16,-1 0 15,1 0-15,0 0 16,0 13-16,-1 0 15,1-13-15,13 14 0,-13-14 16,13 13-16,-13-13 0,13 13 16,-14 0-16,14 0 0,-13 1 0,13-1 15,-13 0-15,13 0 0,0 1 16,0-1-16,0 0 0,0 0 16,0 1-16,0-1 15,13-13-15,-13 13 0,0 0 0,13-13 16,-13 13-16,14-13 0,-1 14 0,0-1 15,0-13-15,1 0 16,-1 0-16,0 0 0,0 0 16,1 0-16,-1 0 0,0-13 15,0-1-15,0 14 0,-13-13 0,14 0 32,12-27-32,-26 27 0,0 0 0,0 0 0,0-1 0,0 1 15,0 0-15,0 0 0,0-1 16,0 1-16,-13 0 0,13 0 15,-13 13-15,-1 0 16,14-13-16,-13 13 0,0 0 16,0 0-16,0 0 15,13 13 1,-14-13-16</inkml:trace>
        </inkml:traceGroup>
        <inkml:traceGroup>
          <inkml:annotationXML>
            <emma:emma xmlns:emma="http://www.w3.org/2003/04/emma" version="1.0">
              <emma:interpretation id="{2ECF2333-B3A8-4B38-BC35-2510A536A0B5}" emma:medium="tactile" emma:mode="ink">
                <msink:context xmlns:msink="http://schemas.microsoft.com/ink/2010/main" type="inkWord" rotatedBoundingBox="17333,18098 17329,18364 17132,18360 17136,18094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8703.042">14 4286 0,'13'-26'63,"0"26"-48,-13-13-15,13 13 16,1 0 0,-1 0-16,0 0 15,0 13-15,0-13 16,1 13 0,-14 0 15,0 1-16,0-1-15,-14-13 16,14 13-16,-13 0 0,0 1 16,13-1-16,-13-13 0,13 13 0,-13 0 15,-1 1-15,1-14 0,13 13 16,-13 0-16,0 0 16,13 0-16,-14-13 0,14 14 0,-13-14 15,13 13-15,-13-13 0,13 13 0,0 0 16,-13-13-1,26 0 17,0 0-32,0 0 15,1 0-15,-1 0 16,0 0-16,0 0 0,1 0 16,-1 0-16,-13-13 0,13 13 15,0 0-15,0 0 0,1 0 16,-1 0-16,0-13 31,-26 13 94,13-13-109</inkml:trace>
        </inkml:traceGroup>
        <inkml:traceGroup>
          <inkml:annotationXML>
            <emma:emma xmlns:emma="http://www.w3.org/2003/04/emma" version="1.0">
              <emma:interpretation id="{5D01654A-01F3-4E42-A62D-41854378D8EA}" emma:medium="tactile" emma:mode="ink">
                <msink:context xmlns:msink="http://schemas.microsoft.com/ink/2010/main" type="inkWord" rotatedBoundingBox="17321,18679 17317,18970 17116,18966 17120,18676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9726.8411">-53 5014 0,'14'-13'78,"-1"0"-78,0 13 16,-13-14-16,13 1 0,1 0 0,-1 0 15,0-1-15,0 1 0,1 0 16,-14 0-16,13 13 0,-13-13 0,13-1 16,0 1-16,0 0 15,-13 26 32,0 0-31,0 1-16,0-1 15,14 0-15,-14 0 0,0 0 16,0 1-16,0-1 0,0 0 0,0 0 16,0 1-16,0-1 0,0 0 0,0 0 15,0 0-15,0 1 0,0-1 16,13 0-16,-13 0 0,0 1 16,0-1-16,0-26 93,-13 13-93,13-14 16</inkml:trace>
        </inkml:traceGroup>
        <inkml:traceGroup>
          <inkml:annotationXML>
            <emma:emma xmlns:emma="http://www.w3.org/2003/04/emma" version="1.0">
              <emma:interpretation id="{BCDA1373-C986-479E-B15A-8F0D23E8318E}" emma:medium="tactile" emma:mode="ink">
                <msink:context xmlns:msink="http://schemas.microsoft.com/ink/2010/main" type="inkWord" rotatedBoundingBox="17348,20121 17334,21010 17088,21006 17102,20117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38949.1132">14 6284 0,'13'0'63,"0"0"-63,-13-13 16,13 13-16,1 0 0,-1 0 15,0 0-15,0 0 16,0 0-16,1 0 0,-1 13 15,0-13-15,-13 13 0,13-13 16,-13 13-16,0 1 16,0-1-16,0 0 15,0 0-15,0 1 0,-13-14 16,13 13-16,-13 0 0,13 0 0,-13 1 16,-1-1-16,14 0 0,-13 0 15,0 0-15,0 1 0,0-1 0,-1-13 0,14 13 16,-13 0-16,0-13 0,0 14 15,-1-1-15,1 0 16,0 0 0,13 1-1,13-14 1,0 0-16,-13 13 16,14-13-16,-1 0 0,0 0 0,0 0 15,1 0-15,-1 0 16,0 0-16,0 0 0,0 0 0,1 0 15,-1 0-15,0 0 0,0 0 16</inkml:trace>
          <inkml:trace contextRef="#ctx0" brushRef="#br0" timeOffset="40007.2945">106 6853 0,'-39'-27'63,"25"27"-47,1 0-16,0 0 15,0 0-15,13 14 16,-14-14-16,1 13 0,0-13 15,13 13-15,-13-13 0,13 13 16,-14-13-16,14 14 0,-13-1 0,13 0 16,0 0-16,-13 1 0,13-1 0,0 0 15,0 0-15,0 0 0,0 1 0,0-1 16,0 13-16,0-12 0,0-1 16,0 0-16,0 0 0,13-13 0,-13 13 15,13 1-15,-13-1 0,14-13 0,-1 13 16,0-13-16,0 0 0,1 0 15,-1 0-15,0 0 0,0-13 16,1 13-16,-1-13 0,0-1 0,0 1 16,-13 0-16,13 0 0,1 0 0,-14-1 15,13 1-15,-13 0 0,0 0 0,13-14 16,-13 14-16,0 0 0,-13 0 16,13-1-16,0 1 0,-13 0 15,-1 13-15,14-13 0,-13 13 0,0-14 16,-53-25 46</inkml:trace>
        </inkml:traceGroup>
        <inkml:traceGroup>
          <inkml:annotationXML>
            <emma:emma xmlns:emma="http://www.w3.org/2003/04/emma" version="1.0">
              <emma:interpretation id="{46D52B29-5457-46CF-BDDD-7FA987B24383}" emma:medium="tactile" emma:mode="ink">
                <msink:context xmlns:msink="http://schemas.microsoft.com/ink/2010/main" type="inkWord" rotatedBoundingBox="17321,21286 17316,21590 17101,21587 17106,21283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42432.5921">-66 7501 0,'53'-66'62,"-40"66"-62,1 0 16,-1 0-16,0 0 0,0 13 15,1-13-15,-1 13 16,0 1-16,0-1 16,-13 0-1,13-13-15,-13 13 0,0 1 16,-13-14-16,13 13 0,0 0 15,-13-13-15,13 13 0,-13 0 16,0 1-16,13-1 0,-14-13 16,1 13-16,0 0 0,0-13 15,13 14-15,-14-14 0,14 13 16,-13-13-16,13 13 0,-13-13 16,13 13-16,0 1 15,0-1 1,13-13-1,-13 13-15,13-13 16,1 0-16,-1 13 16,0-13-16,0 0 15,1 0-15,-1 0 0,0-13 16,0 13-16,0 0 0,1 0 16,-1 0-1,-13 13 16,-13-13-31</inkml:trace>
        </inkml:traceGroup>
        <inkml:traceGroup>
          <inkml:annotationXML>
            <emma:emma xmlns:emma="http://www.w3.org/2003/04/emma" version="1.0">
              <emma:interpretation id="{43A6D23C-769B-4313-BF2E-5DC597806469}" emma:medium="tactile" emma:mode="ink">
                <msink:context xmlns:msink="http://schemas.microsoft.com/ink/2010/main" type="inkWord" rotatedBoundingBox="17264,21880 17260,22171 17063,22168 17068,21876"/>
              </emma:interpretation>
              <emma:one-of disjunction-type="recognition" id="oneOf8">
                <emma:interpretation id="interp8" emma:lang="" emma:confidence="0.5">
                  <emma:literal>T</emma:literal>
                </emma:interpretation>
                <emma:interpretation id="interp9" emma:lang="" emma:confidence="0">
                  <emma:literal>t</emma:literal>
                </emma:interpretation>
                <emma:interpretation id="interp10" emma:lang="" emma:confidence="0">
                  <emma:literal>.</emma:literal>
                </emma:interpretation>
                <emma:interpretation id="interp11" emma:lang="" emma:confidence="0">
                  <emma:literal>r</emma:literal>
                </emma:interpretation>
                <emma:interpretation id="interp12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43056.8491">-105 8176 0,'66'-40'63,"-53"27"-63,0 13 15,0-13-15,1-1 0,-1 1 0,0 13 16,0-13-16,1 0 15,-1 0 1,0 13-16,-13-14 16,0 28 31,0-1-47,0 0 15,0 0-15,-26 225 141,39-238-126,-13-13-15,0 0 0,0 0 16</inkml:trace>
        </inkml:traceGroup>
      </inkml:traceGroup>
    </inkml:traceGroup>
  </inkml:traceGroup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33:18.365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-1 293 0,'106'-40'16,"-67"27"-16,1 0 0,0 0 0,-1-1 15,1 1-15,0 0 0,-1 0 0,1-1 16,0 14-16,-14-13 0,14 0 0,0 0 16,-14 13-16,1-14 0,-1 1 15,0 13-15,1-13 0,-1 13 0,1-13 16,-1 13-16,-13-13 0,14 13 0,-14-14 16,0 14-16,14-13 0,-14 13 0,0-13 15,1 13-15,-1 0 16,-26 0 15,13 13-31,-14-13 16,1 0-16,0 0 15,0 0-15,-1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33:19.328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0 332 0,'93'-39'15,"-53"25"-15,-1 1 0,1-13 0,0 12 16,0 1-16,-1-13 0,14 12 0,-13 1 16,-1-13-16,14 13 0,-13-1 0,0 1 15,-1 0-15,1 0 0,-13 13 16,12-14-16,-12 1 0,12 13 0,-12-13 16,-14 13-16,14-13 0,-14 13 0,13 0 15,-13 0-15,1 0 0,-1 0 16,-26 0-1,-1 0-15,1-14 16,0 14-16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20:24.574"/>
    </inkml:context>
    <inkml:brush xml:id="br0">
      <inkml:brushProperty name="width" value="0.01764" units="cm"/>
      <inkml:brushProperty name="height" value="0.01764" units="cm"/>
      <inkml:brushProperty name="color" value="#ED1C24"/>
      <inkml:brushProperty name="fitToCurve" value="1"/>
    </inkml:brush>
  </inkml:definitions>
  <inkml:traceGroup>
    <inkml:annotationXML>
      <emma:emma xmlns:emma="http://www.w3.org/2003/04/emma" version="1.0">
        <emma:interpretation id="{5F0D8A4C-5F57-4B6C-AD31-02EB4612F96B}" emma:medium="tactile" emma:mode="ink">
          <msink:context xmlns:msink="http://schemas.microsoft.com/ink/2010/main" type="writingRegion" rotatedBoundingBox="5013,5145 4870,22212 4375,22208 4518,5140"/>
        </emma:interpretation>
      </emma:emma>
    </inkml:annotationXML>
    <inkml:traceGroup>
      <inkml:annotationXML>
        <emma:emma xmlns:emma="http://www.w3.org/2003/04/emma" version="1.0">
          <emma:interpretation id="{54733F7A-7BE6-4D0A-B972-13EA7BE5D79E}" emma:medium="tactile" emma:mode="ink">
            <msink:context xmlns:msink="http://schemas.microsoft.com/ink/2010/main" type="paragraph" rotatedBoundingBox="5013,5145 4870,22212 4375,22208 4518,514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5158B50A-3017-400B-886E-3C0F529B1E80}" emma:medium="tactile" emma:mode="ink">
              <msink:context xmlns:msink="http://schemas.microsoft.com/ink/2010/main" type="line" rotatedBoundingBox="5013,5145 4870,22212 4375,22208 4518,5140"/>
            </emma:interpretation>
          </emma:emma>
        </inkml:annotationXML>
        <inkml:traceGroup>
          <inkml:annotationXML>
            <emma:emma xmlns:emma="http://www.w3.org/2003/04/emma" version="1.0">
              <emma:interpretation id="{1B72703B-15E3-45D9-B187-657D4A9547AA}" emma:medium="tactile" emma:mode="ink">
                <msink:context xmlns:msink="http://schemas.microsoft.com/ink/2010/main" type="inkWord" rotatedBoundingBox="5001,5767 4998,6060 4575,6057 4577,5763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-1654-1231 0,'-13'-13'62,"0"13"-62,13 13 0,-14 1 16,14-1 0,-13-13-16,13 13 15,0 0 1,0 1-1,0-1 1,13 0-16,1-13 16,-14 13-16,13-13 15,0 0-15,-13 14 0,13-14 16,1 13-16,-1 0 16,0 0-16,0-13 15,-13 13-15,0 1 16,13-14-16,-13 13 0,0 0 15,0 0 1,0 1 0,-13-14-16,0 0 15,13 13-15,-13-13 0,0 0 16,-1 0-16,1 0 16,0 0-16,0 0 15,13-13 1,-14 13-16,14-14 15,-13 14-15,13-13 16,0 0 0,0 0-16,0-1 15,13 14-15,-13-13 0,0 0 16,14 13-16,-14-13 0,13 13 16,-13-13-16,13-1 0,0 1 15,-13 0-15,14 0 0,-1-1 16,-13 1-16,13 13 0,-13-13 0,13 13 15,-13-13-15,0-1 16,0 1-16,0 0 16,-13 13-16,0 0 15,0 0-15,-1 0 16,1 0-16,0 0 16,0 13-16,-1 0 15,1-13-15,0 0 16,13 14-16,-13-14 15,13 13-15,0 0 0,0 0 16</inkml:trace>
          <inkml:trace contextRef="#ctx0" brushRef="#br0" timeOffset="-812.1834">-1998-1059 0,'80'-92'62,"-80"79"-62,13-1 0,0 1 16,-13 0-16,13 13 0,-13-13 0,13 13 16,-13-14-16,0 28 140,0-1-124,-13-13 0,13 13-16,0 0 15,0 1-15,0-1 16,-13 0-16,13 0 0,0 1 15,0-1-15,0 0 0,0 0 16,0 0-16,0 1 0,0-1 16,0 0-16,0 0 0,0 1 15,0-1 1,0 0-16,0-26 78,0 0-78,0-1 16,13 1-1,-13 0-15,0 0 0,13-1 16,-13 1-16,14 0 16</inkml:trace>
        </inkml:traceGroup>
        <inkml:traceGroup>
          <inkml:annotationXML>
            <emma:emma xmlns:emma="http://www.w3.org/2003/04/emma" version="1.0">
              <emma:interpretation id="{BDDB9E28-84F7-43EC-9D0E-357F8A408B6F}" emma:medium="tactile" emma:mode="ink">
                <msink:context xmlns:msink="http://schemas.microsoft.com/ink/2010/main" type="inkWord" rotatedBoundingBox="4673,6358 4670,6677 4505,6675 4508,6356"/>
              </emma:interpretation>
              <emma:one-of disjunction-type="recognition" id="oneOf1">
                <emma:interpretation id="interp1" emma:lang="" emma:confidence="1">
                  <emma:literal/>
                </emma:interpretation>
              </emma:one-of>
            </emma:emma>
          </inkml:annotationXML>
          <inkml:trace contextRef="#ctx0" brushRef="#br0" timeOffset="203720.4444">-1998-595 0,'0'-9'47,"0"18"-16,0 0-15,0-1-16,0 1 16,-9 0-16,9 0 0,0 0 15,0-1 1,-8-8-16,8 9 0,0 0 31,8-9 16,1 0-16,0 0-15,0 0 0,-9 9-16,9-9 15,-1 0-15,1 0 16,0 0-16,0 0 15,0 0 1,0 9 0,-1 0-1,-8-1 1,0 1 0,-8 0-16,8 0 15,0 0-15,-9-9 16,9 8-16,0 1 0,-9 0 15,9 0-15,-9 0 16,9 0-16,-9-9 0,9 8 16,0 1-16,-9-9 0,9 9 0,-8 0 15,-1 0 1,0-9 0,0 0-16,0 0 15,1 0 1,-1 0-16,0 0 15,0 0-15,0 0 16,0 0-16,1 0 16,8-9-1,0 0 1,0 0 0,0 0-1,0 1-15,0-1 0,8 0 0,-8 0 16</inkml:trace>
          <inkml:trace contextRef="#ctx0" brushRef="#br0" timeOffset="204273.8507">-2007-622 0,'44'-9'62,"-26"9"-46,-9 0 0,0 0-16,0 0 15,-1 0-15,1 0 16,-9-8-1,0-1 1,0 0-16,0 0 16</inkml:trace>
        </inkml:traceGroup>
        <inkml:traceGroup>
          <inkml:annotationXML>
            <emma:emma xmlns:emma="http://www.w3.org/2003/04/emma" version="1.0">
              <emma:interpretation id="{CAEEB2AB-D03C-41F8-A2A3-36F60C44F3EE}" emma:medium="tactile" emma:mode="ink">
                <msink:context xmlns:msink="http://schemas.microsoft.com/ink/2010/main" type="inkWord" rotatedBoundingBox="4973,6402 4966,7264 4549,7260 4556,6399"/>
              </emma:interpretation>
              <emma:one-of disjunction-type="recognition" id="oneOf2">
                <emma:interpretation id="interp2" emma:lang="" emma:confidence="1">
                  <emma:literal/>
                </emma:interpretation>
              </emma:one-of>
            </emma:emma>
          </inkml:annotationXML>
          <inkml:trace contextRef="#ctx0" brushRef="#br0" timeOffset="5057.4243">-1667-622 0,'-13'40'62,"-1"-27"-46,14 0-16,0 0 16,-13-13-16,13 14 0,0-1 15,0 0 1,13 0-1,1-13 1,-14 14 0,13-14 15,0 0-15,0 0-1,1 0 1,-1 0 15,-13-14-31,0 1 31,0 0-31,0 0 16</inkml:trace>
          <inkml:trace contextRef="#ctx0" brushRef="#br0" timeOffset="5335.1412">-1601-556 0,'-40'93'47,"40"-80"-47,0 0 0,-13-13 0,13 13 16,0 1-16,0-1 15,0 0-15,0 0 16,0 1 0,0-1-1,-13-13 17</inkml:trace>
          <inkml:trace contextRef="#ctx0" brushRef="#br0" timeOffset="7047.2538">-1667-13 0,'-40'52'63,"40"-38"-63,0-1 0,0 0 0,-13 0 15,13 1-15,0-1 0,0 0 16,0 0-16,0 1 0,0-1 0,0 0 15,0 0-15,13 0 16,0 1-16,1-14 16,-1 0-1,0 0-15,0 0 16,-13-14-16,14 1 16,-14 0-16,0 0 15,0 0-15,0-1 16,-14 14-16,1-13 15,0 13-15,0 0 16,-1 13-16,1 1 16,0-14-16,0 0 15,-1-14-15,14 1 0,0 0 16</inkml:trace>
          <inkml:trace contextRef="#ctx0" brushRef="#br0" timeOffset="6586.902">-2024 198 0,'79'-92'47,"-66"78"-47,1 1 0,-14 0 16,13 13-16,0-13 0,-13-1 0,13 1 15,0 0 1,-13 0-16,14 13 0,-14-13 16,13 13 140,-13 13-62,-13 0-94,13 0 15,0 0-15,-14 1 0,14-1 16,0 0-16,0 0 16,0 1-16,0-1 0,0 0 0,-13 0 15,13 1-15,0-1 0,0 0 0,0 0 16,0 0-16,0 1 0,0-1 15,13-13 1,-13-13 31,0-1-47,0 1 16,14 0-16,-14 0 0,13 0 15</inkml:trace>
        </inkml:traceGroup>
        <inkml:traceGroup>
          <inkml:annotationXML>
            <emma:emma xmlns:emma="http://www.w3.org/2003/04/emma" version="1.0">
              <emma:interpretation id="{AAB47498-1429-4EE9-AE73-318FBB29CDFD}" emma:medium="tactile" emma:mode="ink">
                <msink:context xmlns:msink="http://schemas.microsoft.com/ink/2010/main" type="inkWord" rotatedBoundingBox="5013,5145 5010,5465 4601,5461 4604,5141"/>
              </emma:interpretation>
              <emma:one-of disjunction-type="recognition" id="oneOf3">
                <emma:interpretation id="interp3" emma:lang="" emma:confidence="1">
                  <emma:literal/>
                </emma:interpretation>
              </emma:one-of>
            </emma:emma>
          </inkml:annotationXML>
          <inkml:trace contextRef="#ctx0" brushRef="#br0" timeOffset="-3747.7545">-1971-1694 0,'66'-66'47,"-53"53"-47,0 0 0,-13 0 16,13 13-16,1-14 0,-14 1 0,13 13 15,-13-13-15,13 13 16,-13-13-16,0-1 15,13 14 17,-13-13-1,14 13-15,-14 13 124,0 1-124,0-1-1,0 0-15,-14-13 0,14 13 0,0 1 16,0-1-16,-13 0 0,13 0 16,0 1-16,0-1 0,-13 13 15,13-13-15,0 1 0,0-1 0,0 0 16,0 0-16,0 1 0,0-1 16,0 0-16,0 0 15,0 1-15,0-1 16,0-26 62,0-1-47,0 1-15,0 0-16,0 0 15,0-1-15,0 1 16</inkml:trace>
          <inkml:trace contextRef="#ctx0" brushRef="#br0" timeOffset="-2275.4867">-1720-1707 0,'0'-13'78,"13"13"-78,-13-13 15,13 13-15,-13-13 0,14 13 16,-14-14-16,13 1 0,0 13 0,-13-13 16,13 0-16,1-1 0,-1 14 15,-13-13-15,13 0 0,0 13 16,-13-13-16,13 13 16,-13-14-16,14 14 15,-14-13 1,0 26 109,0 1-110,-14-14-15,14 13 16,0 0-16,0 0 0,-13 1 16,13-1-16,0 0 0,0 0 15,0 1-15,0-1 0,-13 0 0,13 0 16,0 0-16,0 1 0,0-1 16,0 0-16,0 0 0,0 1 0,0-1 15,0 0-15,0 0 16,0 1-1,13-14-15,-13-14 79,-13 14-79,0-13 15,0 13-15,-1 0 16,14 13-16</inkml:trace>
        </inkml:traceGroup>
        <inkml:traceGroup>
          <inkml:annotationXML>
            <emma:emma xmlns:emma="http://www.w3.org/2003/04/emma" version="1.0">
              <emma:interpretation id="{647019F5-1883-4055-A9A2-5C1ABBC5B360}" emma:medium="tactile" emma:mode="ink">
                <msink:context xmlns:msink="http://schemas.microsoft.com/ink/2010/main" type="inkWord" rotatedBoundingBox="4902,8298 4900,8520 4549,8518 4551,8295"/>
              </emma:interpretation>
              <emma:one-of disjunction-type="recognition" id="oneOf4">
                <emma:interpretation id="interp4" emma:lang="" emma:confidence="1">
                  <emma:literal/>
                </emma:interpretation>
              </emma:one-of>
            </emma:emma>
          </inkml:annotationXML>
          <inkml:trace contextRef="#ctx0" brushRef="#br0" timeOffset="232833.4129">-1795 1416 0,'9'0'78,"-9"-9"-63,9 9-15,-9-9 0,8 9 0,-8-9 16,9 0-16,0 9 0,-9-9 0,9 1 16,-9-1-16,9 9 0,0-9 0,-9 0 15,8 0-15,1 1 0,0-1 16,-9 0-16,9 9 0,-9-9 16,9 9-16,-9-9 0,8 9 15,-8-9-15,0 18 78,-8 0-78,8 0 16,0 0-16,0 0 0,0-1 16,-9 1-16,9 0 0,0 0 0,0 0 15,0-1-15,0 1 0,0 9 0,0-9 16,0 0-16,0-1 0,0 1 15,0 0-15,0 0 0,0 0 0,0-1 16,0 1-16,0 0 16,0 0-1</inkml:trace>
          <inkml:trace contextRef="#ctx0" brushRef="#br0" timeOffset="231892.5807">-2024 1433 0,'9'0'46,"-9"-9"-46,8 1 16,1-1-16,0 9 16,-9-9-16,9 0 0,0 0 0,-1 0 15,1 1-15,-9-1 0,9 9 16,-9-9-16,9 0 0,0 9 0,-9-9 16,9 1-16,-1-1 15,-8 0 1,9 9-16,-9-9 15,0 0 1,9 9-16,-9 9 141,0 0-126,-9 0-15,9 0 16,0-1-16,0 1 0,0 0 16,0 0-16,-9 0 0,9-1 15,0 1-15,0 0 0,0 0 0,0 0 16,0 0-16,0-1 0,0 1 0,0 0 15,0 0-15,0 0 0,0-1 16,0 1 0,0 0-16,0 0 15</inkml:trace>
        </inkml:traceGroup>
        <inkml:traceGroup>
          <inkml:annotationXML>
            <emma:emma xmlns:emma="http://www.w3.org/2003/04/emma" version="1.0">
              <emma:interpretation id="{C1F22AE9-3DDB-4B21-9D55-4E5BAE96FD87}" emma:medium="tactile" emma:mode="ink">
                <msink:context xmlns:msink="http://schemas.microsoft.com/ink/2010/main" type="inkWord" rotatedBoundingBox="4886,8863 4884,9084 4531,9081 4533,8860"/>
              </emma:interpretation>
              <emma:one-of disjunction-type="recognition" id="oneOf5">
                <emma:interpretation id="interp5" emma:lang="" emma:confidence="1">
                  <emma:literal/>
                </emma:interpretation>
              </emma:one-of>
            </emma:emma>
          </inkml:annotationXML>
          <inkml:trace contextRef="#ctx0" brushRef="#br0" timeOffset="233978.1819">-2042 2033 0,'9'-9'78,"0"0"-78,0 0 0,-1 1 15,1-1-15,0 0 16,-9 0-16,9 0 0,0 1 0,-1-1 16,1 0-16,0 0 0,0 0 0,0 0 15,0 1-15,-9-1 0,8 0 0,1 0 16,0 9-16,-9-9 0,9 1 16,0-1-16,-9 0 15,8 9-15,-16 0 78,8 9-62,-9-9 0,9 9-16,0-1 0,0 1 15,-9 0-15,9 0 0,0 0 0,0 8 16,-9-8-16,9 0 0,0 0 15,0 0-15,0-1 0,0 1 0,0 0 16,0 0-16,0 0 0,0-1 16,0 1-16,0 0 0,0 0 15,0 0-15,-9-9 0,9 9 16,0-1 0</inkml:trace>
          <inkml:trace contextRef="#ctx0" brushRef="#br0" timeOffset="234627.4927">-1698 1839 0,'-26'0'63,"17"9"-63,0 0 0,0-1 15,9 1-15,-9 9 0,9-9 16,-9-1-16,9 1 0,-8 9 0,8-9 16,0 0-16,-9-1 0,9 1 0,0 9 15,0-9-15,0-1 0,0 1 16,9 0-16,-9 0 0,8-9 15,-8 9-15,9-9 0,-9 9 0,9-9 16,0 0-16,0 0 16,0 0-16,-1 0 0,-8-9 15,9 9-15,0-9 0,-9 0 16,9 0-16,-9 0 0,0 1 16,0-1-16,0 0 15,-9 9-15,0-9 0,0 9 16,1 0-16,-1 0 0,0 0 15,0 9-15,0-9 0,0 9 16</inkml:trace>
        </inkml:traceGroup>
        <inkml:traceGroup>
          <inkml:annotationXML>
            <emma:emma xmlns:emma="http://www.w3.org/2003/04/emma" version="1.0">
              <emma:interpretation id="{9719AE55-F44B-4919-A526-44075AD6A830}" emma:medium="tactile" emma:mode="ink">
                <msink:context xmlns:msink="http://schemas.microsoft.com/ink/2010/main" type="inkWord" rotatedBoundingBox="4886,9454 4884,9711 4513,9708 4516,9451"/>
              </emma:interpretation>
              <emma:one-of disjunction-type="recognition" id="oneOf6">
                <emma:interpretation id="interp6" emma:lang="" emma:confidence="1">
                  <emma:literal/>
                </emma:interpretation>
              </emma:one-of>
            </emma:emma>
          </inkml:annotationXML>
          <inkml:trace contextRef="#ctx0" brushRef="#br0" timeOffset="235544.6642">-2060 2668 0,'45'-44'63,"-37"35"-63,1 0 0,-9 0 15,9 1-15,0-1 0,0 0 0,-1-9 16,1 9-16,0 1 0,0-1 0,0 0 16,-9 0-16,9 0 0,-1 1 0,-8-1 15,9 0-15,0 0 16,-9 0-16,0 18 62,0 0-62,-9-9 0,9 9 16,0 0-16,0-1 0,-9 1 16,9 0-16,0 0 0,0 0 15,0-1-15,0 1 0,0 0 0,-8 0 16,8 0-16,0 8 0,0 1 16,0-9-16,0 0 15,0-1-15,0 1 0,0 0 0,0 0 16,0 0-1,0 0-15,8-18 47</inkml:trace>
          <inkml:trace contextRef="#ctx0" brushRef="#br0" timeOffset="236276.458">-1751 2483 0,'-26'0'47,"26"9"-31,-9-9-16,9 8 16,-9 1-1,9 0 1,0 0-1,0 0-15,0-1 16,9-8-16,-9 9 16,9-9-16,-9 9 0,8-9 0,1 9 15,0-9 1,-9 9-16,9-9 0,0 9 0,0-1 16,-1 1-16,-8 0 15,9-9-15,-9 9 0,9-9 0,-9 9 16,9-1-16,-9 1 15,0 0-15,-9-9 16,9 9-16,-9-9 16,9 9-16,-9-9 0,1 9 15,-1-9-15,0 0 0,0 0 16,0 0-16,0 0 16,1 0-16,-1-9 15,9 0 1,0 0-16,0 0 15,0 0-15,0 1 16,9-1-16,-9 0 0,8 0 16,-8 0-16,9 1 0,0-1 15,-9 0-15,9 0 0,0 0 0,-9 0 16,9 1-16,-9-1 0,8 0 16,-8 0-16,9-8 0,-9 8 15,0 0-15,0 0 0,0 0 0,0 0 16,-9 1-16,1-1 15,-1 9-15,0 0 16,0 0-16,0 0 0,9 9 16,-9-9-16,9 8 0,-8-8 0</inkml:trace>
        </inkml:traceGroup>
        <inkml:traceGroup>
          <inkml:annotationXML>
            <emma:emma xmlns:emma="http://www.w3.org/2003/04/emma" version="1.0">
              <emma:interpretation id="{72FF3B0E-A511-4845-8D20-BB70D3006774}" emma:medium="tactile" emma:mode="ink">
                <msink:context xmlns:msink="http://schemas.microsoft.com/ink/2010/main" type="inkWord" rotatedBoundingBox="4877,10090 4874,10406 4496,10403 4498,10087"/>
              </emma:interpretation>
              <emma:one-of disjunction-type="recognition" id="oneOf7">
                <emma:interpretation id="interp7" emma:lang="" emma:confidence="1">
                  <emma:literal/>
                </emma:interpretation>
              </emma:one-of>
            </emma:emma>
          </inkml:annotationXML>
          <inkml:trace contextRef="#ctx0" brushRef="#br0" timeOffset="237933.626">-2033 3082 0,'0'-8'62,"9"8"-62,0 0 16,-1 0 0,1 0-1,0-9-15,0 9 16,8 0-1,-8 0-15,0 0 0,0 0 16,0 0 15,-9 9-15</inkml:trace>
          <inkml:trace contextRef="#ctx0" brushRef="#br0" timeOffset="237366.4728">-2024 3065 0,'0'9'63,"-9"-1"-48,9 1-15,-9 0 16,9 0-16,-9 0 16,9 0-16,0-1 15,-9 1-15,9 0 16,0 0-16,0 0 16,9-9-1,-9 8 1,9-8-16,0 0 15,0 9-15,0-9 16,-1 9-16,1-9 0,0 0 16,0 9-16,0-9 0,-1 9 15,1-9-15,-9 9 16,9-9-16,-9 8 16,0 1-1,0 0-15,0 0 16,-9 0-1,0-1-15,1 1 16,-1-9-16,9 9 0,-9-9 16,9 9-16,-9-9 0,0 0 15,1 9-15,-1-9 0,0 0 16,0 0-16,0 0 16,0-9-1,1 9-15,-1-9 16,9 0-1</inkml:trace>
          <inkml:trace contextRef="#ctx0" brushRef="#br0" timeOffset="238529.08">-1777 3074 0,'-9'35'63,"0"-35"-63,9 9 0,0 0 0,0-1 16,-9-8-16,9 9 0,0 0 0,0 0 15,-9 0-15,9-1 16,0 1-16,0 0 15,0 0 1,0 0 0,9-9-16,0 0 15,0 9 1,0-9-16,-1 0 16,1 0-16,0 0 0,0 0 15,0 0-15,0 0 0,-1 0 16,1 0-1,0 0 1,-9-9-16</inkml:trace>
          <inkml:trace contextRef="#ctx0" brushRef="#br0" timeOffset="238849.739">-1707 3135 0,'-9'62'63,"9"-53"-63,0 9 0,-8-10 15,8 1-15,0 0 0,0 0 0,0 8 16,-9-8-16,9 0 0,0 0 16,0 0-16,0 0 0,0-1 0,-9 10 15,9-9-15,0 0 16,0-1-16,9-8 16,-9 9-16,0-18 31</inkml:trace>
        </inkml:traceGroup>
        <inkml:traceGroup>
          <inkml:annotationXML>
            <emma:emma xmlns:emma="http://www.w3.org/2003/04/emma" version="1.0">
              <emma:interpretation id="{A0EC6684-47D8-4C4C-9779-4B5130EF949D}" emma:medium="tactile" emma:mode="ink">
                <msink:context xmlns:msink="http://schemas.microsoft.com/ink/2010/main" type="inkWord" rotatedBoundingBox="4885,11403 4882,11686 4627,11684 4630,11400"/>
              </emma:interpretation>
              <emma:one-of disjunction-type="recognition" id="oneOf8">
                <emma:interpretation id="interp8" emma:lang="" emma:confidence="1">
                  <emma:literal/>
                </emma:interpretation>
              </emma:one-of>
            </emma:emma>
          </inkml:annotationXML>
          <inkml:trace contextRef="#ctx0" brushRef="#br0" timeOffset="324355.0137">-1945 4520 0,'0'9'47,"0"-18"-15,9 9-32,0-9 0,-9 0 15,9 9-15,0-8 0,-9-1 0,8 9 16,1-9-16,0 0 0,-9 0 0,9 0 15,0 1-15,-1-1 0,1 9 16,-9-9-16,9 0 0,0 0 0,0 1 16,-9-1-16,9 9 0,-9-9 15,8 9-15,-16 0 78,8 9-46,-9 0-1,9-1-15,0 1-1,0 0-15,-9-9 0,9 9 0,0 0 16,0-1-16,0 1 15,-9-9-15,9 9 0,0 0 16,0 0 0,-9 0-16,9-1 15,0 1-15,-9 0 16,9 0-16,0 0 0,0-1 16,0 1-16,0 0 0,0 0 0,-8 9 15,8-10-15,0 1 0,0 0 0,0 0 16,0 0-16,0-1 0,0 1 15,0 0 1,0-18 47,-9 0-48,9 1-15,0-1 0,0 0 16,0 0-16</inkml:trace>
          <inkml:trace contextRef="#ctx0" brushRef="#br0" timeOffset="325634.7759">-1689 4379 0,'-53'53'63,"53"-36"-48,-9-8-15,9 0 0,-9 0 0,1 9 16,8-10-16,-9 81 47,9-81-47,9-8 15,-9 9-15,8-9 16,1 9-16,0-9 16,0-9-1,0 9-15,0-9 16,-1 1 0,-8-1-16,9 9 0,-9-9 15,0 0-15,0 0 16,0 0-16,-9 1 15,1 8-15,8-9 16,-9 9-16,0 0 0,0 0 16,0 0-16,0 0 15,9 9-15,-8-9 16,-1 0-16,9 8 0,-9-8 16,9 9-16,-9 0 0,9 0 15,-9-9 1,9 9-16,0 0 15,0-1 1,9 1-16</inkml:trace>
        </inkml:traceGroup>
        <inkml:traceGroup>
          <inkml:annotationXML>
            <emma:emma xmlns:emma="http://www.w3.org/2003/04/emma" version="1.0">
              <emma:interpretation id="{23FA91F9-BB0A-4844-88BD-331704249C77}" emma:medium="tactile" emma:mode="ink">
                <msink:context xmlns:msink="http://schemas.microsoft.com/ink/2010/main" type="inkWord" rotatedBoundingBox="4824,11995 4822,12258 4478,12255 4480,11992"/>
              </emma:interpretation>
              <emma:one-of disjunction-type="recognition" id="oneOf9">
                <emma:interpretation id="interp9" emma:lang="" emma:confidence="1">
                  <emma:literal/>
                </emma:interpretation>
              </emma:one-of>
            </emma:emma>
          </inkml:annotationXML>
          <inkml:trace contextRef="#ctx0" brushRef="#br0" timeOffset="345875.9255">-2095 5181 0,'44'-52'46,"-35"43"-46,0-9 0,0 9 16,0 0-16,-9 1 0,9-1 16,-1-9-16,1 9 0,0 1 0,0-1 15,-9 0-15,9 0 0,-1 0 0,-8 0 16,9 1-16,0-1 0,-18 18 47,9-1-32,0 1-15,-9 0 16,9 0-16,0 9 0,0-10 0,0 1 16,-8 0-16,8 9 0,0-10 0,0 1 15,0 0-15,0 9 0,0-9 0,0-1 16,8 1-16,-8 0 0,0 0 16,0 0-16,0-1 0,0 1 15,0 0-15,9-9 0,-9 9 16,0-18-1,9 9-15,-9-9 16</inkml:trace>
          <inkml:trace contextRef="#ctx0" brushRef="#br0" timeOffset="346488.3077">-1795 4987 0,'-53'18'63,"53"-9"-63,0 0 15,-9-9-15,9 9 0,0-1 0,-8-8 16,8 9-16,0 0 0,0 0 16,0 0-16,8-9 15,-8 8-15,9-8 0,-9 9 0,9-9 16,-9 9-16,9-9 0,0 0 0,0 9 16,-1-9-16,1 9 0,0-9 0,-9 9 15,9-9-15,0 8 0,-1-8 16,-8 9-16,9 0 0,-9 0 0,0 0 15,0-1-15,0 1 0,0 0 16,-9 0-16,1 0 16,-1 0-16,0-9 15,9 8-15,-9-8 0,0 0 0,1 0 16,-1 0-16,0 0 16,9-8-1,0-1-15,18-53 47,-18 44-47,8 10 0,1-1 0,-9-9 0,9 9 16,0 0-16,-9-8 0,9 8 0,-9 0 15,0-8-15,0 8 0,0 0 16,-9 0-16,0 0 0,0 9 16,0-9-16,1 9 0,-1 0 0,-9 0 15,9 0-15,0 0 0,1 0 16,-1 9-16,0-9 0,9 9 15,-9-9-15</inkml:trace>
        </inkml:traceGroup>
        <inkml:traceGroup>
          <inkml:annotationXML>
            <emma:emma xmlns:emma="http://www.w3.org/2003/04/emma" version="1.0">
              <emma:interpretation id="{46A178DA-BCA3-4006-A9AA-3BC3FEEB97A0}" emma:medium="tactile" emma:mode="ink">
                <msink:context xmlns:msink="http://schemas.microsoft.com/ink/2010/main" type="inkWord" rotatedBoundingBox="4841,13903 4834,14803 4562,14800 4569,13901"/>
              </emma:interpretation>
              <emma:one-of disjunction-type="recognition" id="oneOf10">
                <emma:interpretation id="interp10" emma:lang="" emma:confidence="1">
                  <emma:literal/>
                </emma:interpretation>
              </emma:one-of>
            </emma:emma>
          </inkml:annotationXML>
          <inkml:trace contextRef="#ctx0" brushRef="#br0" timeOffset="408625.6958">-1813 6918 0,'-13'-26'47,"13"13"-31,-13 13-1,0 0 17,-1 0-17,1 0 1,0 0-1,13 13 1,-13 0-16,0-13 16,13 13-16,0 1 0,-14-1 15,14 0-15,-13 0 16,13 0-16,0 1 0,0-1 16,0 0-16,0 0 15,0 1-15,0-1 16,0 0-16,0 0 0,13 1 15,1-1-15,-14 0 16,13-13-16,-13 13 0,13-13 16,-13 13-16,13-13 15,0 14-15,1-14 16,-1 0 0,0 0-16,0-14 15,1 1-15,-14 0 16,13 0-16,-13 0 0,13-1 15,-13 1-15,13 0 0,-13 0 16,0-14-16,14 14 0,-14 0 0,0-1 16,13 1-16,-13 0 0,0 0 15,-13 13-15,13-13 0,-14-1 16,1 14-16,0 0 16,0 0-16,-1 0 0,1 0 15,0 0-15,0 0 0,-1 0 0,1 14 16,0-14-16,0 0 15,0 0-15,-1 0 0</inkml:trace>
          <inkml:trace contextRef="#ctx0" brushRef="#br0" timeOffset="409312.1383">-2011 7712 0,'53'-40'63,"-53"27"-63,13 0 16,0 0-16,1-1 0,65-91 46,-79 91-46,13 14 16,-26 0 15,13 14-31,-13-1 16,13 0-16,-14 0 16,14 1-16,0-1 0,0 0 0,0 0 15,-13 0-15,13 14 0,0-14 0,0 0 16,0 1-16,0-1 0,0 0 15,0 0-15,0 0 16,0 1-16,13-14 16,-13 13-16,0 0 15,0-26 1</inkml:trace>
        </inkml:traceGroup>
        <inkml:traceGroup>
          <inkml:annotationXML>
            <emma:emma xmlns:emma="http://www.w3.org/2003/04/emma" version="1.0">
              <emma:interpretation id="{8A0A150B-DD7B-4F0F-85BC-ED8FE9C0CB76}" emma:medium="tactile" emma:mode="ink">
                <msink:context xmlns:msink="http://schemas.microsoft.com/ink/2010/main" type="inkWord" rotatedBoundingBox="4697,15080 4694,15384 4561,15383 4564,15078"/>
              </emma:interpretation>
              <emma:one-of disjunction-type="recognition" id="oneOf11">
                <emma:interpretation id="interp11" emma:lang="" emma:confidence="1">
                  <emma:literal/>
                </emma:interpretation>
              </emma:one-of>
            </emma:emma>
          </inkml:annotationXML>
          <inkml:trace contextRef="#ctx0" brushRef="#br0" timeOffset="409846.6166">-2011 8228 0,'40'-53'62,"-27"40"-46,-13 0-16,13-1 0,0 14 0,-13-13 16,14 0-16,-14 0 0,13 13 0,-13-14 15,13 14-15,-13-13 0,13 13 0,-13-13 16,0 26 15,0 0-15,0 1-1,0-1-15,0 0 0,0 0 0,0 1 16,0-1-16,0 0 0,0 0 0,0 1 16,-13-1-16,13 0 0,0 0 0,0 0 15,0 1-15,0-1 0,0 0 16,0 0-16,13 1 0,-13-1 16,0 0-16,0 0 0,-13-13 15,0 0 1</inkml:trace>
        </inkml:traceGroup>
        <inkml:traceGroup>
          <inkml:annotationXML>
            <emma:emma xmlns:emma="http://www.w3.org/2003/04/emma" version="1.0">
              <emma:interpretation id="{07F2A096-47AD-47BE-8442-83549585A5E6}" emma:medium="tactile" emma:mode="ink">
                <msink:context xmlns:msink="http://schemas.microsoft.com/ink/2010/main" type="inkWord" rotatedBoundingBox="4763,12611 4761,12876 4663,12875 4665,12610"/>
              </emma:interpretation>
              <emma:one-of disjunction-type="recognition" id="oneOf12">
                <emma:interpretation id="interp12" emma:lang="" emma:confidence="1">
                  <emma:literal/>
                </emma:interpretation>
              </emma:one-of>
            </emma:emma>
          </inkml:annotationXML>
          <inkml:trace contextRef="#ctx0" brushRef="#br0" timeOffset="367644.9628">-1839 5587 0,'-53'44'62,"53"-35"-62,-9 0 0,9 0 16,0 0-16,0-1 0,-8 1 0,8 0 16,8 0-16,-8 0 15,0-1-15,9-8 0,-9 9 16,9-9-16,0 9 0,0-9 0,-9 9 16,8-9-16,1 9 0,0 0 15,0-1-15,0 1 16,-9 0-16,0 0 0,9-9 0,-9 9 15,0-1-15,0 1 0,-9 0 16,9 0-16,-9-9 0,9 9 16,-9-9-16,0 0 15,0 0-15,1-9 16,-1 9-16,9-9 16,-9 9-16,9-9 0,0 0 15,9-211 126,-9 229-126,-9-9-15,9 9 0,-9-9 0,0 0 16,1 0-16</inkml:trace>
        </inkml:traceGroup>
        <inkml:traceGroup>
          <inkml:annotationXML>
            <emma:emma xmlns:emma="http://www.w3.org/2003/04/emma" version="1.0">
              <emma:interpretation id="{33E915F8-7177-4FEB-9C45-68FE9CF6BC25}" emma:medium="tactile" emma:mode="ink">
                <msink:context xmlns:msink="http://schemas.microsoft.com/ink/2010/main" type="inkWord" rotatedBoundingBox="4638,12611 4636,12840 4505,12839 4507,12609"/>
              </emma:interpretation>
              <emma:one-of disjunction-type="recognition" id="oneOf13">
                <emma:interpretation id="interp13" emma:lang="" emma:confidence="1">
                  <emma:literal/>
                </emma:interpretation>
              </emma:one-of>
            </emma:emma>
          </inkml:annotationXML>
          <inkml:trace contextRef="#ctx0" brushRef="#br0" timeOffset="367039.5739">-2068 5755 0,'0'-9'63,"9"9"-63,-9-9 0,8 0 15,1 9-15,-9-9 0,9 1 0,0-1 16,0 0-16,0 0 0,-9-8 16,8 8-16,1 0 0,0 0 0,0 0 15,0 0-15,-9 1 0,8 8 0,-8-9 16,9 0-16,0 0 0,-18 18 62,9 0-62,-9 0 0,9-1 16,-8 1-16,8 0 16,0 0-16,-9 0 0,9 0 15,0-1-15,0 1 0,0 0 0,-9 0 16,9 0-16,0 8 0,0-8 0,0 0 16,0 0-16,0 0 15,0-1-15,0 1 0,0 0 16,0 0-16,0 0 15,0-1-15,0-16 32,0-1-17,0 0-15,0 0 0</inkml:trace>
        </inkml:traceGroup>
        <inkml:traceGroup>
          <inkml:annotationXML>
            <emma:emma xmlns:emma="http://www.w3.org/2003/04/emma" version="1.0">
              <emma:interpretation id="{A402346D-E9FE-4A26-B02C-3C4760459652}" emma:medium="tactile" emma:mode="ink">
                <msink:context xmlns:msink="http://schemas.microsoft.com/ink/2010/main" type="inkWord" rotatedBoundingBox="4815,15637 4812,15981 4574,15979 4577,15635"/>
              </emma:interpretation>
              <emma:one-of disjunction-type="recognition" id="oneOf14">
                <emma:interpretation id="interp14" emma:lang="" emma:confidence="1">
                  <emma:literal/>
                </emma:interpretation>
              </emma:one-of>
            </emma:emma>
          </inkml:annotationXML>
          <inkml:trace contextRef="#ctx0" brushRef="#br0" timeOffset="410389.9769">-1866 8691 0,'-26'-53'63,"13"53"-63,0 0 15,13 13-15,-14 1 16,1-1-16,13 0 0,-13 0 16,13 0-16,-13 1 0,13-1 15,-14 0-15,14 0 0,0 1 0,-13 12 16,13-13-16,0 1 0,0-1 0,0 0 16,0 0-16,0 0 0,0 1 0,0-1 15,13-13-15,-13 13 16,14 0-16,-1-13 15,0 14-15,0-14 0,1 0 16,-1 0-16,13 0 0,-13-14 16,14-12-16,-14 13 0,14-14 0,-14 14 15,-13-13-15,13 12 0,-13-12 0,13 13 16,-13-14-16,0 14 0,0 0 0,-13-1 16,0 1-16,13 0 0,-13 0 15,-1 13-15,1-13 0,0 13 0,0 0 16,-1 0-16,1-14 0,0 14 0,0 0 15,0 0-15,-1 0 0,14-13 16,-13 13-16,0-13 0,13 0 0</inkml:trace>
        </inkml:traceGroup>
        <inkml:traceGroup>
          <inkml:annotationXML>
            <emma:emma xmlns:emma="http://www.w3.org/2003/04/emma" version="1.0">
              <emma:interpretation id="{16FFCE71-8387-41A3-A177-CAA8B3D4A6DC}" emma:medium="tactile" emma:mode="ink">
                <msink:context xmlns:msink="http://schemas.microsoft.com/ink/2010/main" type="inkWord" rotatedBoundingBox="4776,16986 4774,17237 4614,17236 4616,16985"/>
              </emma:interpretation>
              <emma:one-of disjunction-type="recognition" id="oneOf15">
                <emma:interpretation id="interp15" emma:lang="" emma:confidence="1">
                  <emma:literal/>
                </emma:interpretation>
              </emma:one-of>
            </emma:emma>
          </inkml:annotationXML>
          <inkml:trace contextRef="#ctx0" brushRef="#br0" timeOffset="561393.1176">-1826 10028 0,'-40'-40'63,"40"27"-63,-13 13 16,0 0-16,13-13 15,-13 13-15,0 13 16,-1 0-1,14 0-15,-13-13 16,13 13-16,0 1 0,-13-1 16,13 0-16,0 0 0,0 1 15,0-1-15,0 0 0,0 0 0,0 0 16,0 1-16,0-1 0,0 0 16,13-13-16,-13 13 0,13-13 15,-13 14-15,14-14 0,-1 13 16,0-13-16,0 0 15,0 0-15,1 0 16,-1-13-16,0-1 16,-13 1-16,13 0 0,-13 0 15,14-1-15,-14 1 0,0 0 16,0 0-16,0 0 0,0-1 0,0 1 16,0 0-16,0 0 0,-14-1 15,1 1-15,0 13 16,0-13-16,-1 13 15,1 0-15,0 13 16,0-13-16,13 13 0</inkml:trace>
        </inkml:traceGroup>
        <inkml:traceGroup>
          <inkml:annotationXML>
            <emma:emma xmlns:emma="http://www.w3.org/2003/04/emma" version="1.0">
              <emma:interpretation id="{4387D574-5BF6-45AE-B287-785B94C75E87}" emma:medium="tactile" emma:mode="ink">
                <msink:context xmlns:msink="http://schemas.microsoft.com/ink/2010/main" type="inkWord" rotatedBoundingBox="4777,18216 4775,18494 4562,18492 4565,18214"/>
              </emma:interpretation>
              <emma:one-of disjunction-type="recognition" id="oneOf16">
                <emma:interpretation id="interp16" emma:lang="" emma:confidence="1">
                  <emma:literal/>
                </emma:interpretation>
              </emma:one-of>
            </emma:emma>
          </inkml:annotationXML>
          <inkml:trace contextRef="#ctx0" brushRef="#br0" timeOffset="548722.3983">-2011 11430 0,'66'-93'63,"-53"80"-63,1 0 0,-14 0 15,13-1-15,-13 1 16,13 13-16,-13-13 0,0 0 0,13 13 16,-13-13-16,13 13 0,-13-14 15,14 14 79,-14-13-94,0 0 31,13 13 47,-13 13-78,0 0 16,13 1-16,-13-1 16,0 0-16,0 0 0,13 0 15,-13 1-15,0-1 0,0 0 0,0 0 16,14 1-16,-14-1 0,0 0 15,0 0-15,0 0 0,0 1 0,0-1 16,0 0-16,0 0 16,0 1-16</inkml:trace>
        </inkml:traceGroup>
        <inkml:traceGroup>
          <inkml:annotationXML>
            <emma:emma xmlns:emma="http://www.w3.org/2003/04/emma" version="1.0">
              <emma:interpretation id="{02ED7C94-EA14-47C3-9A1B-2C6D125C3E27}" emma:medium="tactile" emma:mode="ink">
                <msink:context xmlns:msink="http://schemas.microsoft.com/ink/2010/main" type="inkWord" rotatedBoundingBox="4708,17568 4706,17779 4574,17778 4576,17566"/>
              </emma:interpretation>
              <emma:one-of disjunction-type="recognition" id="oneOf17">
                <emma:interpretation id="interp17" emma:lang="" emma:confidence="1">
                  <emma:literal/>
                </emma:interpretation>
              </emma:one-of>
            </emma:emma>
          </inkml:annotationXML>
          <inkml:trace contextRef="#ctx0" brushRef="#br0" timeOffset="561956.3005">-1866 10544 0,'-92'0'46,"92"13"-30,-13 0-16,13 0 0,-14 0 0,14 1 16,-13-1-16,13 0 0,0 0 0,0 14 15,0-14-15,0 0 0,0 1 16,0-1-16,13 0 16,1-13-16,-1 0 0,0 13 15,0-13-15,1 0 0,-1 0 16,13-211 93</inkml:trace>
        </inkml:traceGroup>
        <inkml:traceGroup>
          <inkml:annotationXML>
            <emma:emma xmlns:emma="http://www.w3.org/2003/04/emma" version="1.0">
              <emma:interpretation id="{CAA6DF19-E263-45EC-95E2-36CE0929A2B2}" emma:medium="tactile" emma:mode="ink">
                <msink:context xmlns:msink="http://schemas.microsoft.com/ink/2010/main" type="inkWord" rotatedBoundingBox="4789,18811 4787,19023 4628,19022 4629,18810"/>
              </emma:interpretation>
              <emma:one-of disjunction-type="recognition" id="oneOf18">
                <emma:interpretation id="interp18" emma:lang="" emma:confidence="1">
                  <emma:literal/>
                </emma:interpretation>
              </emma:one-of>
            </emma:emma>
          </inkml:annotationXML>
          <inkml:trace contextRef="#ctx0" brushRef="#br0" timeOffset="562632.4833">-1892 11787 0,'-53'106'78,"53"-93"-78,0 0 0,13 1 16,-13-1-16,0 0 0,14 0 0,-14 1 15,13-14-15,0 13 16,0-13-16,0 0 16,1 0-16,-1 0 0,0-13 15,0-1-15,-13 1 0,14 13 16,-14-13-16,0 0 0,13-1 0,-13-12 16,0 13-16,0-1 0,0 1 15,-13 13-15,13-13 0,-14 0 0,1 0 16,0 13-16,0 0 15,-1 0-15,1 0 16</inkml:trace>
        </inkml:traceGroup>
        <inkml:traceGroup>
          <inkml:annotationXML>
            <emma:emma xmlns:emma="http://www.w3.org/2003/04/emma" version="1.0">
              <emma:interpretation id="{42248A0C-425B-48A5-8DBF-0F9C61077FC5}" emma:medium="tactile" emma:mode="ink">
                <msink:context xmlns:msink="http://schemas.microsoft.com/ink/2010/main" type="inkWord" rotatedBoundingBox="4842,20134 4840,20398 4627,20396 4629,20133"/>
              </emma:interpretation>
              <emma:one-of disjunction-type="recognition" id="oneOf19">
                <emma:interpretation id="interp19" emma:lang="" emma:confidence="1">
                  <emma:literal/>
                </emma:interpretation>
              </emma:one-of>
            </emma:emma>
          </inkml:annotationXML>
          <inkml:trace contextRef="#ctx0" brushRef="#br0" timeOffset="639712.8061">-1813 13149 0,'-26'-39'47,"13"39"-32,-1 0-15,1 0 0,0 13 0,0 0 16,0 0-16,13 0 16,-14 1-16,1 12 0,13-13 0,0 14 15,0-14-15,0 14 0,0-14 0,0 0 16,119 53 31,-106-79-47,1 0 0,-1 13 0,0-14 15,0 1-15,1 0 0,-14-13 16,13 12-16,-13 1 0,0-13 0,0 12 16,0 1-16,0 0 0,-13 0 0,-1-1 15,14 1-15,-13 13 0,0-13 0,0 13 16,-1 0-16,1 0 0,0 0 16,0 13-16,13 0 0,-14-13 15,1 14-15,13-1 0</inkml:trace>
        </inkml:traceGroup>
        <inkml:traceGroup>
          <inkml:annotationXML>
            <emma:emma xmlns:emma="http://www.w3.org/2003/04/emma" version="1.0">
              <emma:interpretation id="{2C3FCB98-04B8-4E28-B18F-83183AFC3E58}" emma:medium="tactile" emma:mode="ink">
                <msink:context xmlns:msink="http://schemas.microsoft.com/ink/2010/main" type="inkWord" rotatedBoundingBox="4815,20689 4812,20981 4587,20979 4590,20687"/>
              </emma:interpretation>
              <emma:one-of disjunction-type="recognition" id="oneOf20">
                <emma:interpretation id="interp20" emma:lang="" emma:confidence="1">
                  <emma:literal/>
                </emma:interpretation>
              </emma:one-of>
            </emma:emma>
          </inkml:annotationXML>
          <inkml:trace contextRef="#ctx0" brushRef="#br0" timeOffset="640152.9451">-1866 13665 0,'-92'27'62,"92"-14"-62,-13 13 0,13 1 16,0-1-16,-14 1 0,14-14 0,0 13 15,14 1-15,-14-14 0,13 0 0,-13 1 16,13-1-16,0 0 0,1 0 16,12-13-16,-13 0 0,0-13 15,1 13-15,-1-13 0,0 0 0,0 13 16,1-27-16,12 1 0,-26-1 16,13-13-16,-79-92 46,53 132-46,-14 0 0,14 0 16,0 13-16,0-13 0,0 14 16,-1-1-16,1 0 0,0 14 0</inkml:trace>
        </inkml:traceGroup>
        <inkml:traceGroup>
          <inkml:annotationXML>
            <emma:emma xmlns:emma="http://www.w3.org/2003/04/emma" version="1.0">
              <emma:interpretation id="{86ED17E6-506D-4781-9E19-306863449811}" emma:medium="tactile" emma:mode="ink">
                <msink:context xmlns:msink="http://schemas.microsoft.com/ink/2010/main" type="inkWord" rotatedBoundingBox="4695,21351 4692,21774 4508,21772 4511,21349"/>
              </emma:interpretation>
              <emma:one-of disjunction-type="recognition" id="oneOf21">
                <emma:interpretation id="interp21" emma:lang="" emma:confidence="1">
                  <emma:literal/>
                </emma:interpretation>
              </emma:one-of>
            </emma:emma>
          </inkml:annotationXML>
          <inkml:trace contextRef="#ctx0" brushRef="#br0" timeOffset="640756.8433">-2064 14512 0,'106'-93'62,"-93"80"-46,0 0-16,1 0 0,-14-1 15,13 1-15,0 0 0,-13 0 16,13 13-16,-13 13 16,0 0-16,0 14 15,0-14-15,-13 0 0,13 13 16,0-12-16,0 12 0,0-13 0,0 14 16,0-14-16,0 0 0,0 14 0,0-14 15,0 13-15,0-12 0,0 12 16,0-13-16,0 1 0,0-1 0,0 0 15,0 0-15,0 1 0,0-1 0,0 0 16</inkml:trace>
        </inkml:traceGroup>
        <inkml:traceGroup>
          <inkml:annotationXML>
            <emma:emma xmlns:emma="http://www.w3.org/2003/04/emma" version="1.0">
              <emma:interpretation id="{712091A0-DAB0-46AD-A306-D1DFC3DD00D3}" emma:medium="tactile" emma:mode="ink">
                <msink:context xmlns:msink="http://schemas.microsoft.com/ink/2010/main" type="inkWord" rotatedBoundingBox="4777,21893 4774,22211 4521,22209 4524,21891"/>
              </emma:interpretation>
              <emma:one-of disjunction-type="recognition" id="oneOf22">
                <emma:interpretation id="interp22" emma:lang="" emma:confidence="0.5">
                  <emma:literal>°</emma:literal>
                </emma:interpretation>
                <emma:interpretation id="interp23" emma:lang="" emma:confidence="0">
                  <emma:literal>.</emma:literal>
                </emma:interpretation>
                <emma:interpretation id="interp24" emma:lang="" emma:confidence="0">
                  <emma:literal>o</emma:literal>
                </emma:interpretation>
                <emma:interpretation id="interp25" emma:lang="" emma:confidence="0">
                  <emma:literal>•</emma:literal>
                </emma:interpretation>
                <emma:interpretation id="interp26" emma:lang="" emma:confidence="0">
                  <emma:literal>e</emma:literal>
                </emma:interpretation>
              </emma:one-of>
            </emma:emma>
          </inkml:annotationXML>
          <inkml:trace contextRef="#ctx0" brushRef="#br0" timeOffset="641180.693">-1892 14869 0,'-93'106'47,"93"-80"-31,0 1-16,0-14 0,0 13 0,0 1 15,0-14-15,14 0 0,-14 1 0,13 12 16,0-26-16,-13 13 0,13-13 0,1 14 16,-1-14-16,0 0 0,0 0 0,0 0 15,1 0-15,-1-14 0,13 1 0,-12 0 16,-67-186 46,26 186-62,14 13 16,0 0-16,-14 13 0,14 1 0,0-14 16,-14 13-16,14 0 0,0-13 0,0 13 15,0-13-15,-1 0 0,14-13 16</inkml:trace>
        </inkml:traceGroup>
      </inkml:traceGroup>
    </inkml:traceGroup>
  </inkml:traceGroup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33:20.183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0 198 0,'93'-26'16,"-54"13"-16,1 13 0,0-14 0,-1 14 15,1-13-15,0 0 0,52 0 16,-52 13-16,0-13 16,-1 13-16,14-14 0,-13 14 0,0-13 0,-1 13 15,1-13-15,0 13 0,-14-13 0,14 13 16,-14-14-16,1 14 0,-1 0 0,-13-13 16,1 13-16,-1 0 0,0 0 15,0 0-15,-13-13 0,-13 13 16,0 0-16,0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120" units="cm"/>
          <inkml:channel name="Y" type="integer" min="-732" max="2280" units="cm"/>
          <inkml:channel name="T" type="integer" max="2.14748E9" units="dev"/>
        </inkml:traceFormat>
        <inkml:channelProperties>
          <inkml:channelProperty channel="X" name="resolution" value="60.23166" units="1/cm"/>
          <inkml:channelProperty channel="Y" name="resolution" value="92.96296" units="1/cm"/>
          <inkml:channelProperty channel="T" name="resolution" value="1" units="1/dev"/>
        </inkml:channelProperties>
      </inkml:inkSource>
      <inkml:timestamp xml:id="ts0" timeString="2026-03-31T13:33:20.654"/>
    </inkml:context>
    <inkml:brush xml:id="br0">
      <inkml:brushProperty name="width" value="0.26667" units="cm"/>
      <inkml:brushProperty name="height" value="0.53333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0 306 0,'93'-40'16,"-54"27"-16,14-1 0,0 1 15,-13 0-15,66-27 0,-53 27 16,13 0-16,-13 0 0,0-1 16,13-12-16,-13 26 0,0-13 0,-14-1 15,14 14-15,-13-13 0,-1 13 0,-12 0 16,-1 0-16,1 0 0,-1 0 16,-12-13-16,-1 0 0,-13-1 0,0 1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3395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5461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633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9803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821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5634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48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74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1781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76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180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D23AB-0BC3-4A02-88CF-B2DD73A99446}" type="datetimeFigureOut">
              <a:rPr lang="de-DE" smtClean="0"/>
              <a:t>31.03.2026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1351A-D9AE-4C0C-A394-2F7E6D9FE6C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69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13" Type="http://schemas.openxmlformats.org/officeDocument/2006/relationships/customXml" Target="../ink/ink6.xml"/><Relationship Id="rId18" Type="http://schemas.openxmlformats.org/officeDocument/2006/relationships/image" Target="../media/image9.emf"/><Relationship Id="rId26" Type="http://schemas.openxmlformats.org/officeDocument/2006/relationships/image" Target="../media/image13.emf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6.emf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1.png"/><Relationship Id="rId16" Type="http://schemas.openxmlformats.org/officeDocument/2006/relationships/image" Target="../media/image8.emf"/><Relationship Id="rId20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11" Type="http://schemas.openxmlformats.org/officeDocument/2006/relationships/customXml" Target="../ink/ink5.xml"/><Relationship Id="rId24" Type="http://schemas.openxmlformats.org/officeDocument/2006/relationships/image" Target="../media/image12.emf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5.emf"/><Relationship Id="rId19" Type="http://schemas.openxmlformats.org/officeDocument/2006/relationships/customXml" Target="../ink/ink9.xml"/><Relationship Id="rId4" Type="http://schemas.openxmlformats.org/officeDocument/2006/relationships/image" Target="../media/image2.emf"/><Relationship Id="rId9" Type="http://schemas.openxmlformats.org/officeDocument/2006/relationships/customXml" Target="../ink/ink4.xml"/><Relationship Id="rId14" Type="http://schemas.openxmlformats.org/officeDocument/2006/relationships/image" Target="../media/image7.emf"/><Relationship Id="rId22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1" y="783771"/>
            <a:ext cx="6633218" cy="74022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30" name="Freihand 129"/>
              <p14:cNvContentPartPr/>
              <p14:nvPr/>
            </p14:nvContentPartPr>
            <p14:xfrm>
              <a:off x="3890200" y="1857210"/>
              <a:ext cx="168500" cy="321480"/>
            </p14:xfrm>
          </p:contentPart>
        </mc:Choice>
        <mc:Fallback>
          <p:pic>
            <p:nvPicPr>
              <p:cNvPr id="130" name="Freihand 129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86960" y="1853970"/>
                <a:ext cx="174981" cy="32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63" name="Freihand 262"/>
              <p14:cNvContentPartPr/>
              <p14:nvPr/>
            </p14:nvContentPartPr>
            <p14:xfrm>
              <a:off x="5357850" y="1838490"/>
              <a:ext cx="240120" cy="6153600"/>
            </p14:xfrm>
          </p:contentPart>
        </mc:Choice>
        <mc:Fallback>
          <p:pic>
            <p:nvPicPr>
              <p:cNvPr id="263" name="Freihand 262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54605" y="1835250"/>
                <a:ext cx="246610" cy="61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33" name="Freihand 332"/>
              <p14:cNvContentPartPr/>
              <p14:nvPr/>
            </p14:nvContentPartPr>
            <p14:xfrm>
              <a:off x="4614810" y="1838490"/>
              <a:ext cx="249550" cy="6105720"/>
            </p14:xfrm>
          </p:contentPart>
        </mc:Choice>
        <mc:Fallback>
          <p:pic>
            <p:nvPicPr>
              <p:cNvPr id="333" name="Freihand 332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1569" y="1835250"/>
                <a:ext cx="256032" cy="61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42" name="Freihand 341"/>
              <p14:cNvContentPartPr/>
              <p14:nvPr/>
            </p14:nvContentPartPr>
            <p14:xfrm>
              <a:off x="3092370" y="1847490"/>
              <a:ext cx="218880" cy="6130560"/>
            </p14:xfrm>
          </p:contentPart>
        </mc:Choice>
        <mc:Fallback>
          <p:pic>
            <p:nvPicPr>
              <p:cNvPr id="342" name="Freihand 341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89125" y="1844250"/>
                <a:ext cx="225371" cy="61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48" name="Freihand 347"/>
              <p14:cNvContentPartPr/>
              <p14:nvPr/>
            </p14:nvContentPartPr>
            <p14:xfrm>
              <a:off x="3866730" y="2290650"/>
              <a:ext cx="201240" cy="5673720"/>
            </p14:xfrm>
          </p:contentPart>
        </mc:Choice>
        <mc:Fallback>
          <p:pic>
            <p:nvPicPr>
              <p:cNvPr id="348" name="Freihand 347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63484" y="2287410"/>
                <a:ext cx="207732" cy="568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57" name="Freihand 356"/>
              <p14:cNvContentPartPr/>
              <p14:nvPr/>
            </p14:nvContentPartPr>
            <p14:xfrm>
              <a:off x="2355810" y="1866570"/>
              <a:ext cx="193320" cy="6093480"/>
            </p14:xfrm>
          </p:contentPart>
        </mc:Choice>
        <mc:Fallback>
          <p:pic>
            <p:nvPicPr>
              <p:cNvPr id="357" name="Freihand 356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352564" y="1863330"/>
                <a:ext cx="199812" cy="60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61" name="Freihand 360"/>
              <p14:cNvContentPartPr/>
              <p14:nvPr/>
            </p14:nvContentPartPr>
            <p14:xfrm>
              <a:off x="6143790" y="4986270"/>
              <a:ext cx="167040" cy="2996280"/>
            </p14:xfrm>
          </p:contentPart>
        </mc:Choice>
        <mc:Fallback>
          <p:pic>
            <p:nvPicPr>
              <p:cNvPr id="361" name="Freihand 360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140550" y="4983030"/>
                <a:ext cx="173520" cy="300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74" name="Freihand 373"/>
              <p14:cNvContentPartPr/>
              <p14:nvPr/>
            </p14:nvContentPartPr>
            <p14:xfrm>
              <a:off x="3010350" y="6485850"/>
              <a:ext cx="333360" cy="105840"/>
            </p14:xfrm>
          </p:contentPart>
        </mc:Choice>
        <mc:Fallback>
          <p:pic>
            <p:nvPicPr>
              <p:cNvPr id="374" name="Freihand 373"/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962110" y="6389730"/>
                <a:ext cx="42948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75" name="Freihand 374"/>
              <p14:cNvContentPartPr/>
              <p14:nvPr/>
            </p14:nvContentPartPr>
            <p14:xfrm>
              <a:off x="2962110" y="6747930"/>
              <a:ext cx="340920" cy="119880"/>
            </p14:xfrm>
          </p:contentPart>
        </mc:Choice>
        <mc:Fallback>
          <p:pic>
            <p:nvPicPr>
              <p:cNvPr id="375" name="Freihand 374"/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914230" y="6652170"/>
                <a:ext cx="43668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76" name="Freihand 375"/>
              <p14:cNvContentPartPr/>
              <p14:nvPr/>
            </p14:nvContentPartPr>
            <p14:xfrm>
              <a:off x="1612770" y="1852530"/>
              <a:ext cx="192960" cy="6144240"/>
            </p14:xfrm>
          </p:contentPart>
        </mc:Choice>
        <mc:Fallback>
          <p:pic>
            <p:nvPicPr>
              <p:cNvPr id="376" name="Freihand 375"/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609524" y="1849290"/>
                <a:ext cx="199452" cy="61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77" name="Freihand 376"/>
              <p14:cNvContentPartPr/>
              <p14:nvPr/>
            </p14:nvContentPartPr>
            <p14:xfrm>
              <a:off x="2971830" y="7672410"/>
              <a:ext cx="361800" cy="71640"/>
            </p14:xfrm>
          </p:contentPart>
        </mc:Choice>
        <mc:Fallback>
          <p:pic>
            <p:nvPicPr>
              <p:cNvPr id="377" name="Freihand 376"/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2923950" y="7576290"/>
                <a:ext cx="45792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78" name="Freihand 377"/>
              <p14:cNvContentPartPr/>
              <p14:nvPr/>
            </p14:nvContentPartPr>
            <p14:xfrm>
              <a:off x="2952750" y="7886250"/>
              <a:ext cx="390960" cy="110880"/>
            </p14:xfrm>
          </p:contentPart>
        </mc:Choice>
        <mc:Fallback>
          <p:pic>
            <p:nvPicPr>
              <p:cNvPr id="378" name="Freihand 377"/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904870" y="7790490"/>
                <a:ext cx="486720" cy="30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153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A4-Papier (210 x 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Thor, Andreas</dc:creator>
  <cp:lastModifiedBy>Thor, Andreas</cp:lastModifiedBy>
  <cp:revision>4</cp:revision>
  <dcterms:created xsi:type="dcterms:W3CDTF">2026-03-31T13:17:10Z</dcterms:created>
  <dcterms:modified xsi:type="dcterms:W3CDTF">2026-03-31T13:37:49Z</dcterms:modified>
</cp:coreProperties>
</file>